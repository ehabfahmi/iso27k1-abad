
<file path=[Content_Types].xml><?xml version="1.0" encoding="utf-8"?>
<Types xmlns="http://schemas.openxmlformats.org/package/2006/content-types">
  <Default Extension="png" ContentType="image/png"/>
  <Default Extension="svg" ContentType="image/svg+xml"/>
  <Default Extension="glb" ContentType="model/gltf.binary"/>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changesInfos/changesInfo1.xml" ContentType="application/vnd.ms-powerpoint.changesinfo+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0" r:id="rId4"/>
  </p:sldMasterIdLst>
  <p:notesMasterIdLst>
    <p:notesMasterId r:id="rId15"/>
  </p:notesMasterIdLst>
  <p:sldIdLst>
    <p:sldId id="256" r:id="rId5"/>
    <p:sldId id="305" r:id="rId6"/>
    <p:sldId id="364" r:id="rId7"/>
    <p:sldId id="376" r:id="rId8"/>
    <p:sldId id="374" r:id="rId9"/>
    <p:sldId id="375" r:id="rId10"/>
    <p:sldId id="377" r:id="rId11"/>
    <p:sldId id="378" r:id="rId12"/>
    <p:sldId id="379" r:id="rId13"/>
    <p:sldId id="29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die Darlington" initials="AD" lastIdx="1" clrIdx="0">
    <p:extLst>
      <p:ext uri="{19B8F6BF-5375-455C-9EA6-DF929625EA0E}">
        <p15:presenceInfo xmlns:p15="http://schemas.microsoft.com/office/powerpoint/2012/main" userId="S::andie.darlington@certikit.com::7273af36-98d1-4ee9-841f-73d22c55bb1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73" autoAdjust="0"/>
    <p:restoredTop sz="81904" autoAdjust="0"/>
  </p:normalViewPr>
  <p:slideViewPr>
    <p:cSldViewPr snapToGrid="0">
      <p:cViewPr varScale="1">
        <p:scale>
          <a:sx n="102" d="100"/>
          <a:sy n="102" d="100"/>
        </p:scale>
        <p:origin x="1430" y="77"/>
      </p:cViewPr>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 Holmes" userId="3893c208-ca93-41ab-a7dd-d7881cdf5990" providerId="ADAL" clId="{168ABB4C-C8E2-4957-82D9-BC80503430D3}"/>
    <pc:docChg chg="custSel modSld">
      <pc:chgData name="Ken Holmes" userId="3893c208-ca93-41ab-a7dd-d7881cdf5990" providerId="ADAL" clId="{168ABB4C-C8E2-4957-82D9-BC80503430D3}" dt="2021-04-09T11:55:30.680" v="312" actId="20577"/>
      <pc:docMkLst>
        <pc:docMk/>
      </pc:docMkLst>
      <pc:sldChg chg="modSp mod modNotesTx">
        <pc:chgData name="Ken Holmes" userId="3893c208-ca93-41ab-a7dd-d7881cdf5990" providerId="ADAL" clId="{168ABB4C-C8E2-4957-82D9-BC80503430D3}" dt="2021-04-09T10:58:56.749" v="23" actId="20577"/>
        <pc:sldMkLst>
          <pc:docMk/>
          <pc:sldMk cId="2218175060" sldId="256"/>
        </pc:sldMkLst>
        <pc:spChg chg="mod">
          <ac:chgData name="Ken Holmes" userId="3893c208-ca93-41ab-a7dd-d7881cdf5990" providerId="ADAL" clId="{168ABB4C-C8E2-4957-82D9-BC80503430D3}" dt="2021-04-09T10:57:35.097" v="9" actId="20577"/>
          <ac:spMkLst>
            <pc:docMk/>
            <pc:sldMk cId="2218175060" sldId="256"/>
            <ac:spMk id="3" creationId="{B0CD2686-F015-4A00-9BBF-7913E7551750}"/>
          </ac:spMkLst>
        </pc:spChg>
      </pc:sldChg>
      <pc:sldChg chg="modSp modNotesTx">
        <pc:chgData name="Ken Holmes" userId="3893c208-ca93-41ab-a7dd-d7881cdf5990" providerId="ADAL" clId="{168ABB4C-C8E2-4957-82D9-BC80503430D3}" dt="2021-04-09T11:19:25.514" v="85" actId="20577"/>
        <pc:sldMkLst>
          <pc:docMk/>
          <pc:sldMk cId="3570876149" sldId="299"/>
        </pc:sldMkLst>
        <pc:graphicFrameChg chg="mod">
          <ac:chgData name="Ken Holmes" userId="3893c208-ca93-41ab-a7dd-d7881cdf5990" providerId="ADAL" clId="{168ABB4C-C8E2-4957-82D9-BC80503430D3}" dt="2021-04-09T11:17:19.414" v="30" actId="20577"/>
          <ac:graphicFrameMkLst>
            <pc:docMk/>
            <pc:sldMk cId="3570876149" sldId="299"/>
            <ac:graphicFrameMk id="4" creationId="{A6E8142D-4F47-4A06-BAE7-25CC8B0D1AD6}"/>
          </ac:graphicFrameMkLst>
        </pc:graphicFrameChg>
      </pc:sldChg>
      <pc:sldChg chg="modNotesTx">
        <pc:chgData name="Ken Holmes" userId="3893c208-ca93-41ab-a7dd-d7881cdf5990" providerId="ADAL" clId="{168ABB4C-C8E2-4957-82D9-BC80503430D3}" dt="2021-04-09T11:25:42.749" v="215" actId="20577"/>
        <pc:sldMkLst>
          <pc:docMk/>
          <pc:sldMk cId="1987364848" sldId="300"/>
        </pc:sldMkLst>
      </pc:sldChg>
      <pc:sldChg chg="modNotesTx">
        <pc:chgData name="Ken Holmes" userId="3893c208-ca93-41ab-a7dd-d7881cdf5990" providerId="ADAL" clId="{168ABB4C-C8E2-4957-82D9-BC80503430D3}" dt="2021-04-09T11:22:49.122" v="96" actId="20577"/>
        <pc:sldMkLst>
          <pc:docMk/>
          <pc:sldMk cId="4228166121" sldId="311"/>
        </pc:sldMkLst>
      </pc:sldChg>
      <pc:sldChg chg="modNotesTx">
        <pc:chgData name="Ken Holmes" userId="3893c208-ca93-41ab-a7dd-d7881cdf5990" providerId="ADAL" clId="{168ABB4C-C8E2-4957-82D9-BC80503430D3}" dt="2021-04-09T11:23:22.466" v="99" actId="20577"/>
        <pc:sldMkLst>
          <pc:docMk/>
          <pc:sldMk cId="3265252606" sldId="312"/>
        </pc:sldMkLst>
      </pc:sldChg>
      <pc:sldChg chg="modNotesTx">
        <pc:chgData name="Ken Holmes" userId="3893c208-ca93-41ab-a7dd-d7881cdf5990" providerId="ADAL" clId="{168ABB4C-C8E2-4957-82D9-BC80503430D3}" dt="2021-04-09T11:23:34.604" v="104" actId="6549"/>
        <pc:sldMkLst>
          <pc:docMk/>
          <pc:sldMk cId="3058999988" sldId="313"/>
        </pc:sldMkLst>
      </pc:sldChg>
      <pc:sldChg chg="modSp">
        <pc:chgData name="Ken Holmes" userId="3893c208-ca93-41ab-a7dd-d7881cdf5990" providerId="ADAL" clId="{168ABB4C-C8E2-4957-82D9-BC80503430D3}" dt="2021-04-09T11:17:47.693" v="31" actId="20577"/>
        <pc:sldMkLst>
          <pc:docMk/>
          <pc:sldMk cId="4172265946" sldId="315"/>
        </pc:sldMkLst>
        <pc:graphicFrameChg chg="mod">
          <ac:chgData name="Ken Holmes" userId="3893c208-ca93-41ab-a7dd-d7881cdf5990" providerId="ADAL" clId="{168ABB4C-C8E2-4957-82D9-BC80503430D3}" dt="2021-04-09T11:17:47.693" v="31" actId="20577"/>
          <ac:graphicFrameMkLst>
            <pc:docMk/>
            <pc:sldMk cId="4172265946" sldId="315"/>
            <ac:graphicFrameMk id="4" creationId="{A6E8142D-4F47-4A06-BAE7-25CC8B0D1AD6}"/>
          </ac:graphicFrameMkLst>
        </pc:graphicFrameChg>
      </pc:sldChg>
      <pc:sldChg chg="modNotesTx">
        <pc:chgData name="Ken Holmes" userId="3893c208-ca93-41ab-a7dd-d7881cdf5990" providerId="ADAL" clId="{168ABB4C-C8E2-4957-82D9-BC80503430D3}" dt="2021-04-09T11:19:54.299" v="87" actId="20577"/>
        <pc:sldMkLst>
          <pc:docMk/>
          <pc:sldMk cId="903202483" sldId="317"/>
        </pc:sldMkLst>
      </pc:sldChg>
      <pc:sldChg chg="modNotesTx">
        <pc:chgData name="Ken Holmes" userId="3893c208-ca93-41ab-a7dd-d7881cdf5990" providerId="ADAL" clId="{168ABB4C-C8E2-4957-82D9-BC80503430D3}" dt="2021-04-09T11:22:19.351" v="91" actId="20577"/>
        <pc:sldMkLst>
          <pc:docMk/>
          <pc:sldMk cId="456226393" sldId="318"/>
        </pc:sldMkLst>
      </pc:sldChg>
      <pc:sldChg chg="modNotesTx">
        <pc:chgData name="Ken Holmes" userId="3893c208-ca93-41ab-a7dd-d7881cdf5990" providerId="ADAL" clId="{168ABB4C-C8E2-4957-82D9-BC80503430D3}" dt="2021-04-09T11:27:49.711" v="219" actId="20577"/>
        <pc:sldMkLst>
          <pc:docMk/>
          <pc:sldMk cId="2049285125" sldId="320"/>
        </pc:sldMkLst>
      </pc:sldChg>
      <pc:sldChg chg="modNotesTx">
        <pc:chgData name="Ken Holmes" userId="3893c208-ca93-41ab-a7dd-d7881cdf5990" providerId="ADAL" clId="{168ABB4C-C8E2-4957-82D9-BC80503430D3}" dt="2021-04-09T11:28:14.366" v="221" actId="20577"/>
        <pc:sldMkLst>
          <pc:docMk/>
          <pc:sldMk cId="488117873" sldId="321"/>
        </pc:sldMkLst>
      </pc:sldChg>
      <pc:sldChg chg="modNotesTx">
        <pc:chgData name="Ken Holmes" userId="3893c208-ca93-41ab-a7dd-d7881cdf5990" providerId="ADAL" clId="{168ABB4C-C8E2-4957-82D9-BC80503430D3}" dt="2021-04-09T11:28:45.481" v="225" actId="20577"/>
        <pc:sldMkLst>
          <pc:docMk/>
          <pc:sldMk cId="2231549838" sldId="323"/>
        </pc:sldMkLst>
      </pc:sldChg>
      <pc:sldChg chg="modNotesTx">
        <pc:chgData name="Ken Holmes" userId="3893c208-ca93-41ab-a7dd-d7881cdf5990" providerId="ADAL" clId="{168ABB4C-C8E2-4957-82D9-BC80503430D3}" dt="2021-04-09T11:29:08.943" v="227" actId="20577"/>
        <pc:sldMkLst>
          <pc:docMk/>
          <pc:sldMk cId="3802633652" sldId="324"/>
        </pc:sldMkLst>
      </pc:sldChg>
      <pc:sldChg chg="modSp">
        <pc:chgData name="Ken Holmes" userId="3893c208-ca93-41ab-a7dd-d7881cdf5990" providerId="ADAL" clId="{168ABB4C-C8E2-4957-82D9-BC80503430D3}" dt="2021-04-09T11:55:30.680" v="312" actId="20577"/>
        <pc:sldMkLst>
          <pc:docMk/>
          <pc:sldMk cId="2674345002" sldId="329"/>
        </pc:sldMkLst>
        <pc:graphicFrameChg chg="mod">
          <ac:chgData name="Ken Holmes" userId="3893c208-ca93-41ab-a7dd-d7881cdf5990" providerId="ADAL" clId="{168ABB4C-C8E2-4957-82D9-BC80503430D3}" dt="2021-04-09T11:55:30.680" v="312" actId="20577"/>
          <ac:graphicFrameMkLst>
            <pc:docMk/>
            <pc:sldMk cId="2674345002" sldId="329"/>
            <ac:graphicFrameMk id="4" creationId="{A96B5DC7-9FAF-480C-891F-C77792BBC354}"/>
          </ac:graphicFrameMkLst>
        </pc:graphicFrameChg>
      </pc:sldChg>
      <pc:sldChg chg="modNotesTx">
        <pc:chgData name="Ken Holmes" userId="3893c208-ca93-41ab-a7dd-d7881cdf5990" providerId="ADAL" clId="{168ABB4C-C8E2-4957-82D9-BC80503430D3}" dt="2021-04-09T11:31:55.532" v="228" actId="20577"/>
        <pc:sldMkLst>
          <pc:docMk/>
          <pc:sldMk cId="3320787828" sldId="334"/>
        </pc:sldMkLst>
      </pc:sldChg>
      <pc:sldChg chg="modNotesTx">
        <pc:chgData name="Ken Holmes" userId="3893c208-ca93-41ab-a7dd-d7881cdf5990" providerId="ADAL" clId="{168ABB4C-C8E2-4957-82D9-BC80503430D3}" dt="2021-04-09T11:34:02.517" v="292" actId="20577"/>
        <pc:sldMkLst>
          <pc:docMk/>
          <pc:sldMk cId="1731660458" sldId="337"/>
        </pc:sldMkLst>
      </pc:sldChg>
      <pc:sldChg chg="modNotesTx">
        <pc:chgData name="Ken Holmes" userId="3893c208-ca93-41ab-a7dd-d7881cdf5990" providerId="ADAL" clId="{168ABB4C-C8E2-4957-82D9-BC80503430D3}" dt="2021-04-09T11:26:47.332" v="217" actId="20577"/>
        <pc:sldMkLst>
          <pc:docMk/>
          <pc:sldMk cId="2729685958" sldId="339"/>
        </pc:sldMkLst>
      </pc:sldChg>
    </pc:docChg>
  </pc:docChgLst>
  <pc:docChgLst>
    <pc:chgData name="Ken Holmes" userId="3893c208-ca93-41ab-a7dd-d7881cdf5990" providerId="ADAL" clId="{746DD968-0884-4D03-B05F-52381159F6B1}"/>
    <pc:docChg chg="modSld">
      <pc:chgData name="Ken Holmes" userId="3893c208-ca93-41ab-a7dd-d7881cdf5990" providerId="ADAL" clId="{746DD968-0884-4D03-B05F-52381159F6B1}" dt="2021-09-21T10:10:24.591" v="1" actId="20577"/>
      <pc:docMkLst>
        <pc:docMk/>
      </pc:docMkLst>
      <pc:sldChg chg="modNotesTx">
        <pc:chgData name="Ken Holmes" userId="3893c208-ca93-41ab-a7dd-d7881cdf5990" providerId="ADAL" clId="{746DD968-0884-4D03-B05F-52381159F6B1}" dt="2021-09-21T10:10:24.591" v="1" actId="20577"/>
        <pc:sldMkLst>
          <pc:docMk/>
          <pc:sldMk cId="2218175060" sldId="256"/>
        </pc:sldMkLst>
      </pc:sldChg>
    </pc:docChg>
  </pc:docChgLst>
  <pc:docChgLst>
    <pc:chgData name="Andie Darlington" userId="7273af36-98d1-4ee9-841f-73d22c55bb1d" providerId="ADAL" clId="{A22D6FB7-F885-4DA8-9908-AD150CBEF5BC}"/>
    <pc:docChg chg="custSel modSld">
      <pc:chgData name="Andie Darlington" userId="7273af36-98d1-4ee9-841f-73d22c55bb1d" providerId="ADAL" clId="{A22D6FB7-F885-4DA8-9908-AD150CBEF5BC}" dt="2021-08-17T11:52:06.344" v="10"/>
      <pc:docMkLst>
        <pc:docMk/>
      </pc:docMkLst>
      <pc:sldChg chg="modNotesTx">
        <pc:chgData name="Andie Darlington" userId="7273af36-98d1-4ee9-841f-73d22c55bb1d" providerId="ADAL" clId="{A22D6FB7-F885-4DA8-9908-AD150CBEF5BC}" dt="2021-08-17T11:51:49.396" v="0" actId="313"/>
        <pc:sldMkLst>
          <pc:docMk/>
          <pc:sldMk cId="2218175060" sldId="256"/>
        </pc:sldMkLst>
      </pc:sldChg>
      <pc:sldChg chg="modNotesTx">
        <pc:chgData name="Andie Darlington" userId="7273af36-98d1-4ee9-841f-73d22c55bb1d" providerId="ADAL" clId="{A22D6FB7-F885-4DA8-9908-AD150CBEF5BC}" dt="2021-08-17T11:51:50.516" v="1" actId="313"/>
        <pc:sldMkLst>
          <pc:docMk/>
          <pc:sldMk cId="1896572785" sldId="344"/>
        </pc:sldMkLst>
      </pc:sldChg>
      <pc:sldChg chg="modNotesTx">
        <pc:chgData name="Andie Darlington" userId="7273af36-98d1-4ee9-841f-73d22c55bb1d" providerId="ADAL" clId="{A22D6FB7-F885-4DA8-9908-AD150CBEF5BC}" dt="2021-08-17T11:51:51.950" v="2" actId="313"/>
        <pc:sldMkLst>
          <pc:docMk/>
          <pc:sldMk cId="1435088869" sldId="345"/>
        </pc:sldMkLst>
      </pc:sldChg>
      <pc:sldChg chg="modNotesTx">
        <pc:chgData name="Andie Darlington" userId="7273af36-98d1-4ee9-841f-73d22c55bb1d" providerId="ADAL" clId="{A22D6FB7-F885-4DA8-9908-AD150CBEF5BC}" dt="2021-08-17T11:51:53.817" v="3" actId="313"/>
        <pc:sldMkLst>
          <pc:docMk/>
          <pc:sldMk cId="3315831754" sldId="349"/>
        </pc:sldMkLst>
      </pc:sldChg>
      <pc:sldChg chg="modNotesTx">
        <pc:chgData name="Andie Darlington" userId="7273af36-98d1-4ee9-841f-73d22c55bb1d" providerId="ADAL" clId="{A22D6FB7-F885-4DA8-9908-AD150CBEF5BC}" dt="2021-08-17T11:51:55.473" v="5" actId="313"/>
        <pc:sldMkLst>
          <pc:docMk/>
          <pc:sldMk cId="196072010" sldId="351"/>
        </pc:sldMkLst>
      </pc:sldChg>
      <pc:sldChg chg="modNotesTx">
        <pc:chgData name="Andie Darlington" userId="7273af36-98d1-4ee9-841f-73d22c55bb1d" providerId="ADAL" clId="{A22D6FB7-F885-4DA8-9908-AD150CBEF5BC}" dt="2021-08-17T11:51:56.547" v="6" actId="313"/>
        <pc:sldMkLst>
          <pc:docMk/>
          <pc:sldMk cId="586648219" sldId="354"/>
        </pc:sldMkLst>
      </pc:sldChg>
      <pc:sldChg chg="modSp modNotesTx">
        <pc:chgData name="Andie Darlington" userId="7273af36-98d1-4ee9-841f-73d22c55bb1d" providerId="ADAL" clId="{A22D6FB7-F885-4DA8-9908-AD150CBEF5BC}" dt="2021-08-17T11:52:01.446" v="8" actId="313"/>
        <pc:sldMkLst>
          <pc:docMk/>
          <pc:sldMk cId="1704201491" sldId="356"/>
        </pc:sldMkLst>
        <pc:spChg chg="mod">
          <ac:chgData name="Andie Darlington" userId="7273af36-98d1-4ee9-841f-73d22c55bb1d" providerId="ADAL" clId="{A22D6FB7-F885-4DA8-9908-AD150CBEF5BC}" dt="2021-08-17T11:51:59.570" v="7" actId="313"/>
          <ac:spMkLst>
            <pc:docMk/>
            <pc:sldMk cId="1704201491" sldId="356"/>
            <ac:spMk id="11" creationId="{FA107405-888C-4355-B50F-1721E2FC5BF7}"/>
          </ac:spMkLst>
        </pc:spChg>
      </pc:sldChg>
      <pc:sldChg chg="modSp">
        <pc:chgData name="Andie Darlington" userId="7273af36-98d1-4ee9-841f-73d22c55bb1d" providerId="ADAL" clId="{A22D6FB7-F885-4DA8-9908-AD150CBEF5BC}" dt="2021-08-17T11:52:06.344" v="10"/>
        <pc:sldMkLst>
          <pc:docMk/>
          <pc:sldMk cId="955755172" sldId="362"/>
        </pc:sldMkLst>
        <pc:graphicFrameChg chg="mod">
          <ac:chgData name="Andie Darlington" userId="7273af36-98d1-4ee9-841f-73d22c55bb1d" providerId="ADAL" clId="{A22D6FB7-F885-4DA8-9908-AD150CBEF5BC}" dt="2021-08-17T11:52:06.344" v="10"/>
          <ac:graphicFrameMkLst>
            <pc:docMk/>
            <pc:sldMk cId="955755172" sldId="362"/>
            <ac:graphicFrameMk id="4" creationId="{9F8A1B4A-8148-4A97-86A0-5F7663E3614F}"/>
          </ac:graphicFrameMkLst>
        </pc:graphicFrame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ata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svg"/><Relationship Id="rId7" Type="http://schemas.openxmlformats.org/officeDocument/2006/relationships/image" Target="../media/image14.jpg"/><Relationship Id="rId12" Type="http://schemas.openxmlformats.org/officeDocument/2006/relationships/image" Target="../media/image19.svg"/><Relationship Id="rId2" Type="http://schemas.openxmlformats.org/officeDocument/2006/relationships/image" Target="../media/image9.png"/><Relationship Id="rId1" Type="http://schemas.openxmlformats.org/officeDocument/2006/relationships/image" Target="../media/image8.jpg"/><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jpg"/><Relationship Id="rId4" Type="http://schemas.openxmlformats.org/officeDocument/2006/relationships/image" Target="../media/image11.jpg"/><Relationship Id="rId9" Type="http://schemas.openxmlformats.org/officeDocument/2006/relationships/image" Target="../media/image16.svg"/></Relationships>
</file>

<file path=ppt/diagrams/_rels/data4.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ata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g"/><Relationship Id="rId1" Type="http://schemas.openxmlformats.org/officeDocument/2006/relationships/image" Target="../media/image30.jpg"/><Relationship Id="rId6" Type="http://schemas.openxmlformats.org/officeDocument/2006/relationships/image" Target="../media/image35.jpg"/><Relationship Id="rId5" Type="http://schemas.openxmlformats.org/officeDocument/2006/relationships/image" Target="../media/image34.jpg"/><Relationship Id="rId4" Type="http://schemas.openxmlformats.org/officeDocument/2006/relationships/image" Target="../media/image33.jpg"/></Relationships>
</file>

<file path=ppt/diagrams/_rels/drawing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svg"/><Relationship Id="rId7" Type="http://schemas.openxmlformats.org/officeDocument/2006/relationships/image" Target="../media/image14.jpg"/><Relationship Id="rId12" Type="http://schemas.openxmlformats.org/officeDocument/2006/relationships/image" Target="../media/image19.svg"/><Relationship Id="rId2" Type="http://schemas.openxmlformats.org/officeDocument/2006/relationships/image" Target="../media/image9.png"/><Relationship Id="rId1" Type="http://schemas.openxmlformats.org/officeDocument/2006/relationships/image" Target="../media/image8.jpg"/><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jpg"/><Relationship Id="rId4" Type="http://schemas.openxmlformats.org/officeDocument/2006/relationships/image" Target="../media/image11.jpg"/><Relationship Id="rId9" Type="http://schemas.openxmlformats.org/officeDocument/2006/relationships/image" Target="../media/image16.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rawing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g"/><Relationship Id="rId1" Type="http://schemas.openxmlformats.org/officeDocument/2006/relationships/image" Target="../media/image30.jpg"/><Relationship Id="rId6" Type="http://schemas.openxmlformats.org/officeDocument/2006/relationships/image" Target="../media/image35.jpg"/><Relationship Id="rId5" Type="http://schemas.openxmlformats.org/officeDocument/2006/relationships/image" Target="../media/image34.jpg"/><Relationship Id="rId4" Type="http://schemas.openxmlformats.org/officeDocument/2006/relationships/image" Target="../media/image33.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84767F-4D05-4AB1-B684-5099417BAF7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93F826B2-345D-4C0A-BBA8-8A27EF4AD84C}">
      <dgm:prSet/>
      <dgm:spPr/>
      <dgm:t>
        <a:bodyPr/>
        <a:lstStyle/>
        <a:p>
          <a:r>
            <a:rPr lang="en-GB" dirty="0"/>
            <a:t>Why is business continuity important?</a:t>
          </a:r>
        </a:p>
      </dgm:t>
    </dgm:pt>
    <dgm:pt modelId="{E3A3A051-A808-4DF8-B773-8B2D683D6F06}" type="parTrans" cxnId="{D9CF1353-DF36-4EFA-A4B3-84D9A460A65A}">
      <dgm:prSet/>
      <dgm:spPr/>
      <dgm:t>
        <a:bodyPr/>
        <a:lstStyle/>
        <a:p>
          <a:endParaRPr lang="en-GB"/>
        </a:p>
      </dgm:t>
    </dgm:pt>
    <dgm:pt modelId="{156A9543-637E-4291-BE4D-EC8CA5B66F8F}" type="sibTrans" cxnId="{D9CF1353-DF36-4EFA-A4B3-84D9A460A65A}">
      <dgm:prSet/>
      <dgm:spPr/>
      <dgm:t>
        <a:bodyPr/>
        <a:lstStyle/>
        <a:p>
          <a:endParaRPr lang="en-GB"/>
        </a:p>
      </dgm:t>
    </dgm:pt>
    <dgm:pt modelId="{3FA84F3B-A057-432F-9A0F-8907E544FE64}">
      <dgm:prSet/>
      <dgm:spPr/>
      <dgm:t>
        <a:bodyPr/>
        <a:lstStyle/>
        <a:p>
          <a:r>
            <a:rPr lang="en-GB" dirty="0"/>
            <a:t>The ISO22301 international standard</a:t>
          </a:r>
        </a:p>
      </dgm:t>
    </dgm:pt>
    <dgm:pt modelId="{A09620E8-7180-409C-B499-4A8D581B4C9E}" type="parTrans" cxnId="{0441C4CF-8EC6-4276-9700-48829E2F3867}">
      <dgm:prSet/>
      <dgm:spPr/>
      <dgm:t>
        <a:bodyPr/>
        <a:lstStyle/>
        <a:p>
          <a:endParaRPr lang="en-GB"/>
        </a:p>
      </dgm:t>
    </dgm:pt>
    <dgm:pt modelId="{1C6F175C-E16A-4710-A5D9-3CAED85EF075}" type="sibTrans" cxnId="{0441C4CF-8EC6-4276-9700-48829E2F3867}">
      <dgm:prSet/>
      <dgm:spPr/>
      <dgm:t>
        <a:bodyPr/>
        <a:lstStyle/>
        <a:p>
          <a:endParaRPr lang="en-GB"/>
        </a:p>
      </dgm:t>
    </dgm:pt>
    <dgm:pt modelId="{25DEDF70-D6F3-4488-9ADC-79AD800241FD}">
      <dgm:prSet/>
      <dgm:spPr/>
      <dgm:t>
        <a:bodyPr/>
        <a:lstStyle/>
        <a:p>
          <a:r>
            <a:rPr lang="en-GB" dirty="0"/>
            <a:t>Business Continuity Management System (BCMS)</a:t>
          </a:r>
        </a:p>
      </dgm:t>
    </dgm:pt>
    <dgm:pt modelId="{0265C4FF-A5F8-4D14-841B-B45A435324F8}" type="parTrans" cxnId="{842F9922-72A8-4BBF-B9D5-A3DD1B244E6E}">
      <dgm:prSet/>
      <dgm:spPr/>
      <dgm:t>
        <a:bodyPr/>
        <a:lstStyle/>
        <a:p>
          <a:endParaRPr lang="en-GB"/>
        </a:p>
      </dgm:t>
    </dgm:pt>
    <dgm:pt modelId="{69A00295-C622-4E1A-98C6-F82B3EEE31C8}" type="sibTrans" cxnId="{842F9922-72A8-4BBF-B9D5-A3DD1B244E6E}">
      <dgm:prSet/>
      <dgm:spPr/>
      <dgm:t>
        <a:bodyPr/>
        <a:lstStyle/>
        <a:p>
          <a:endParaRPr lang="en-GB"/>
        </a:p>
      </dgm:t>
    </dgm:pt>
    <dgm:pt modelId="{A79E0E38-A1A8-4E80-B340-5CDA1FB6DDD7}">
      <dgm:prSet/>
      <dgm:spPr/>
      <dgm:t>
        <a:bodyPr/>
        <a:lstStyle/>
        <a:p>
          <a:r>
            <a:rPr lang="en-GB" dirty="0"/>
            <a:t>Policy, objectives and roles</a:t>
          </a:r>
        </a:p>
      </dgm:t>
    </dgm:pt>
    <dgm:pt modelId="{4BC71CCF-2D72-4A04-9FA4-5ABD0341E902}" type="parTrans" cxnId="{BDFC624E-D899-4F3C-8EAA-9A5ACD5185E9}">
      <dgm:prSet/>
      <dgm:spPr/>
      <dgm:t>
        <a:bodyPr/>
        <a:lstStyle/>
        <a:p>
          <a:endParaRPr lang="en-GB"/>
        </a:p>
      </dgm:t>
    </dgm:pt>
    <dgm:pt modelId="{1F9AB3C8-E047-4C66-A765-D4BD0F749DEC}" type="sibTrans" cxnId="{BDFC624E-D899-4F3C-8EAA-9A5ACD5185E9}">
      <dgm:prSet/>
      <dgm:spPr/>
      <dgm:t>
        <a:bodyPr/>
        <a:lstStyle/>
        <a:p>
          <a:endParaRPr lang="en-GB"/>
        </a:p>
      </dgm:t>
    </dgm:pt>
    <dgm:pt modelId="{8BE82FB3-BDA3-4926-BB39-2C14FB12546D}">
      <dgm:prSet/>
      <dgm:spPr/>
      <dgm:t>
        <a:bodyPr/>
        <a:lstStyle/>
        <a:p>
          <a:r>
            <a:rPr lang="en-GB" dirty="0"/>
            <a:t>How can you help?</a:t>
          </a:r>
        </a:p>
      </dgm:t>
    </dgm:pt>
    <dgm:pt modelId="{8A700EC6-33D3-4031-8581-56E4171B56E5}" type="parTrans" cxnId="{5DC498F8-73E3-4B0F-9F98-175512644FB8}">
      <dgm:prSet/>
      <dgm:spPr/>
      <dgm:t>
        <a:bodyPr/>
        <a:lstStyle/>
        <a:p>
          <a:endParaRPr lang="en-GB"/>
        </a:p>
      </dgm:t>
    </dgm:pt>
    <dgm:pt modelId="{8435FA1D-0191-41E1-934C-3B4334FA2007}" type="sibTrans" cxnId="{5DC498F8-73E3-4B0F-9F98-175512644FB8}">
      <dgm:prSet/>
      <dgm:spPr/>
      <dgm:t>
        <a:bodyPr/>
        <a:lstStyle/>
        <a:p>
          <a:endParaRPr lang="en-GB"/>
        </a:p>
      </dgm:t>
    </dgm:pt>
    <dgm:pt modelId="{59785EBC-CA54-4F98-A2FC-0A071580B450}">
      <dgm:prSet/>
      <dgm:spPr/>
      <dgm:t>
        <a:bodyPr/>
        <a:lstStyle/>
        <a:p>
          <a:r>
            <a:rPr lang="en-GB" dirty="0"/>
            <a:t>Questions</a:t>
          </a:r>
        </a:p>
      </dgm:t>
    </dgm:pt>
    <dgm:pt modelId="{859B2F3F-41D1-4E9F-972A-A16BC0299E59}" type="parTrans" cxnId="{C0EC4054-11C2-487E-80D7-2F95702FA472}">
      <dgm:prSet/>
      <dgm:spPr/>
      <dgm:t>
        <a:bodyPr/>
        <a:lstStyle/>
        <a:p>
          <a:endParaRPr lang="en-GB"/>
        </a:p>
      </dgm:t>
    </dgm:pt>
    <dgm:pt modelId="{60F427A4-9DEB-429F-B0A1-DC6FBDE4F3B6}" type="sibTrans" cxnId="{C0EC4054-11C2-487E-80D7-2F95702FA472}">
      <dgm:prSet/>
      <dgm:spPr/>
      <dgm:t>
        <a:bodyPr/>
        <a:lstStyle/>
        <a:p>
          <a:endParaRPr lang="en-GB"/>
        </a:p>
      </dgm:t>
    </dgm:pt>
    <dgm:pt modelId="{5E264086-6170-4425-B920-5E89DA75F35C}" type="pres">
      <dgm:prSet presAssocID="{9684767F-4D05-4AB1-B684-5099417BAF78}" presName="linear" presStyleCnt="0">
        <dgm:presLayoutVars>
          <dgm:animLvl val="lvl"/>
          <dgm:resizeHandles val="exact"/>
        </dgm:presLayoutVars>
      </dgm:prSet>
      <dgm:spPr/>
    </dgm:pt>
    <dgm:pt modelId="{FA85ABA2-7C03-4FE5-86E9-4C6411D7E205}" type="pres">
      <dgm:prSet presAssocID="{93F826B2-345D-4C0A-BBA8-8A27EF4AD84C}" presName="parentText" presStyleLbl="node1" presStyleIdx="0" presStyleCnt="6">
        <dgm:presLayoutVars>
          <dgm:chMax val="0"/>
          <dgm:bulletEnabled val="1"/>
        </dgm:presLayoutVars>
      </dgm:prSet>
      <dgm:spPr/>
    </dgm:pt>
    <dgm:pt modelId="{E2301B4E-32CB-411E-9106-279BEA133E4A}" type="pres">
      <dgm:prSet presAssocID="{156A9543-637E-4291-BE4D-EC8CA5B66F8F}" presName="spacer" presStyleCnt="0"/>
      <dgm:spPr/>
    </dgm:pt>
    <dgm:pt modelId="{BCEF9220-0291-4A5E-B331-26345372F3F8}" type="pres">
      <dgm:prSet presAssocID="{3FA84F3B-A057-432F-9A0F-8907E544FE64}" presName="parentText" presStyleLbl="node1" presStyleIdx="1" presStyleCnt="6">
        <dgm:presLayoutVars>
          <dgm:chMax val="0"/>
          <dgm:bulletEnabled val="1"/>
        </dgm:presLayoutVars>
      </dgm:prSet>
      <dgm:spPr/>
    </dgm:pt>
    <dgm:pt modelId="{3B679427-4A43-40F3-804A-7B3C10323D24}" type="pres">
      <dgm:prSet presAssocID="{1C6F175C-E16A-4710-A5D9-3CAED85EF075}" presName="spacer" presStyleCnt="0"/>
      <dgm:spPr/>
    </dgm:pt>
    <dgm:pt modelId="{C90F9686-C197-4D9A-9405-F68BEBCB94D1}" type="pres">
      <dgm:prSet presAssocID="{25DEDF70-D6F3-4488-9ADC-79AD800241FD}" presName="parentText" presStyleLbl="node1" presStyleIdx="2" presStyleCnt="6">
        <dgm:presLayoutVars>
          <dgm:chMax val="0"/>
          <dgm:bulletEnabled val="1"/>
        </dgm:presLayoutVars>
      </dgm:prSet>
      <dgm:spPr/>
    </dgm:pt>
    <dgm:pt modelId="{BA3CC6FF-2FA1-4CAC-B62B-4BC44DF6B14B}" type="pres">
      <dgm:prSet presAssocID="{69A00295-C622-4E1A-98C6-F82B3EEE31C8}" presName="spacer" presStyleCnt="0"/>
      <dgm:spPr/>
    </dgm:pt>
    <dgm:pt modelId="{D07E158E-20FD-412D-99E9-88ACEED3BA52}" type="pres">
      <dgm:prSet presAssocID="{A79E0E38-A1A8-4E80-B340-5CDA1FB6DDD7}" presName="parentText" presStyleLbl="node1" presStyleIdx="3" presStyleCnt="6">
        <dgm:presLayoutVars>
          <dgm:chMax val="0"/>
          <dgm:bulletEnabled val="1"/>
        </dgm:presLayoutVars>
      </dgm:prSet>
      <dgm:spPr/>
    </dgm:pt>
    <dgm:pt modelId="{CEF81AC5-11A7-4A56-8283-B109C0BD42D9}" type="pres">
      <dgm:prSet presAssocID="{1F9AB3C8-E047-4C66-A765-D4BD0F749DEC}" presName="spacer" presStyleCnt="0"/>
      <dgm:spPr/>
    </dgm:pt>
    <dgm:pt modelId="{8FB788F9-CB5C-44DE-A21C-E9A066BBC2E8}" type="pres">
      <dgm:prSet presAssocID="{8BE82FB3-BDA3-4926-BB39-2C14FB12546D}" presName="parentText" presStyleLbl="node1" presStyleIdx="4" presStyleCnt="6">
        <dgm:presLayoutVars>
          <dgm:chMax val="0"/>
          <dgm:bulletEnabled val="1"/>
        </dgm:presLayoutVars>
      </dgm:prSet>
      <dgm:spPr/>
    </dgm:pt>
    <dgm:pt modelId="{CBAE28C9-7DA7-438E-9BAC-FD1421BAD4C2}" type="pres">
      <dgm:prSet presAssocID="{8435FA1D-0191-41E1-934C-3B4334FA2007}" presName="spacer" presStyleCnt="0"/>
      <dgm:spPr/>
    </dgm:pt>
    <dgm:pt modelId="{E0D059B6-3E0D-4733-AD39-9230A76B35E1}" type="pres">
      <dgm:prSet presAssocID="{59785EBC-CA54-4F98-A2FC-0A071580B450}" presName="parentText" presStyleLbl="node1" presStyleIdx="5" presStyleCnt="6">
        <dgm:presLayoutVars>
          <dgm:chMax val="0"/>
          <dgm:bulletEnabled val="1"/>
        </dgm:presLayoutVars>
      </dgm:prSet>
      <dgm:spPr/>
    </dgm:pt>
  </dgm:ptLst>
  <dgm:cxnLst>
    <dgm:cxn modelId="{BFAFEC10-C15A-4CC0-A043-86491D059BAB}" type="presOf" srcId="{8BE82FB3-BDA3-4926-BB39-2C14FB12546D}" destId="{8FB788F9-CB5C-44DE-A21C-E9A066BBC2E8}" srcOrd="0" destOrd="0" presId="urn:microsoft.com/office/officeart/2005/8/layout/vList2"/>
    <dgm:cxn modelId="{E82CC713-F122-4F28-996C-5A80D1729F8F}" type="presOf" srcId="{9684767F-4D05-4AB1-B684-5099417BAF78}" destId="{5E264086-6170-4425-B920-5E89DA75F35C}" srcOrd="0" destOrd="0" presId="urn:microsoft.com/office/officeart/2005/8/layout/vList2"/>
    <dgm:cxn modelId="{842F9922-72A8-4BBF-B9D5-A3DD1B244E6E}" srcId="{9684767F-4D05-4AB1-B684-5099417BAF78}" destId="{25DEDF70-D6F3-4488-9ADC-79AD800241FD}" srcOrd="2" destOrd="0" parTransId="{0265C4FF-A5F8-4D14-841B-B45A435324F8}" sibTransId="{69A00295-C622-4E1A-98C6-F82B3EEE31C8}"/>
    <dgm:cxn modelId="{E508AC30-468A-4148-91D3-02FCE6342377}" type="presOf" srcId="{3FA84F3B-A057-432F-9A0F-8907E544FE64}" destId="{BCEF9220-0291-4A5E-B331-26345372F3F8}" srcOrd="0" destOrd="0" presId="urn:microsoft.com/office/officeart/2005/8/layout/vList2"/>
    <dgm:cxn modelId="{1DDF8F43-4212-4C91-BB84-ACFEC68B9976}" type="presOf" srcId="{25DEDF70-D6F3-4488-9ADC-79AD800241FD}" destId="{C90F9686-C197-4D9A-9405-F68BEBCB94D1}" srcOrd="0" destOrd="0" presId="urn:microsoft.com/office/officeart/2005/8/layout/vList2"/>
    <dgm:cxn modelId="{DB9FCD49-0AEB-4959-8421-07E5524779A1}" type="presOf" srcId="{59785EBC-CA54-4F98-A2FC-0A071580B450}" destId="{E0D059B6-3E0D-4733-AD39-9230A76B35E1}" srcOrd="0" destOrd="0" presId="urn:microsoft.com/office/officeart/2005/8/layout/vList2"/>
    <dgm:cxn modelId="{BDFC624E-D899-4F3C-8EAA-9A5ACD5185E9}" srcId="{9684767F-4D05-4AB1-B684-5099417BAF78}" destId="{A79E0E38-A1A8-4E80-B340-5CDA1FB6DDD7}" srcOrd="3" destOrd="0" parTransId="{4BC71CCF-2D72-4A04-9FA4-5ABD0341E902}" sibTransId="{1F9AB3C8-E047-4C66-A765-D4BD0F749DEC}"/>
    <dgm:cxn modelId="{D9CF1353-DF36-4EFA-A4B3-84D9A460A65A}" srcId="{9684767F-4D05-4AB1-B684-5099417BAF78}" destId="{93F826B2-345D-4C0A-BBA8-8A27EF4AD84C}" srcOrd="0" destOrd="0" parTransId="{E3A3A051-A808-4DF8-B773-8B2D683D6F06}" sibTransId="{156A9543-637E-4291-BE4D-EC8CA5B66F8F}"/>
    <dgm:cxn modelId="{C0EC4054-11C2-487E-80D7-2F95702FA472}" srcId="{9684767F-4D05-4AB1-B684-5099417BAF78}" destId="{59785EBC-CA54-4F98-A2FC-0A071580B450}" srcOrd="5" destOrd="0" parTransId="{859B2F3F-41D1-4E9F-972A-A16BC0299E59}" sibTransId="{60F427A4-9DEB-429F-B0A1-DC6FBDE4F3B6}"/>
    <dgm:cxn modelId="{3A8B6A93-2B10-409D-BB6B-EE53F7103368}" type="presOf" srcId="{93F826B2-345D-4C0A-BBA8-8A27EF4AD84C}" destId="{FA85ABA2-7C03-4FE5-86E9-4C6411D7E205}" srcOrd="0" destOrd="0" presId="urn:microsoft.com/office/officeart/2005/8/layout/vList2"/>
    <dgm:cxn modelId="{F76F4A9A-8239-49CF-BF64-8F4B014035F3}" type="presOf" srcId="{A79E0E38-A1A8-4E80-B340-5CDA1FB6DDD7}" destId="{D07E158E-20FD-412D-99E9-88ACEED3BA52}" srcOrd="0" destOrd="0" presId="urn:microsoft.com/office/officeart/2005/8/layout/vList2"/>
    <dgm:cxn modelId="{0441C4CF-8EC6-4276-9700-48829E2F3867}" srcId="{9684767F-4D05-4AB1-B684-5099417BAF78}" destId="{3FA84F3B-A057-432F-9A0F-8907E544FE64}" srcOrd="1" destOrd="0" parTransId="{A09620E8-7180-409C-B499-4A8D581B4C9E}" sibTransId="{1C6F175C-E16A-4710-A5D9-3CAED85EF075}"/>
    <dgm:cxn modelId="{5DC498F8-73E3-4B0F-9F98-175512644FB8}" srcId="{9684767F-4D05-4AB1-B684-5099417BAF78}" destId="{8BE82FB3-BDA3-4926-BB39-2C14FB12546D}" srcOrd="4" destOrd="0" parTransId="{8A700EC6-33D3-4031-8581-56E4171B56E5}" sibTransId="{8435FA1D-0191-41E1-934C-3B4334FA2007}"/>
    <dgm:cxn modelId="{976E146B-85E8-4C9D-872D-E2A1AF3B5E71}" type="presParOf" srcId="{5E264086-6170-4425-B920-5E89DA75F35C}" destId="{FA85ABA2-7C03-4FE5-86E9-4C6411D7E205}" srcOrd="0" destOrd="0" presId="urn:microsoft.com/office/officeart/2005/8/layout/vList2"/>
    <dgm:cxn modelId="{AD160CC3-1DFC-41D5-ADF8-BA054C60D44F}" type="presParOf" srcId="{5E264086-6170-4425-B920-5E89DA75F35C}" destId="{E2301B4E-32CB-411E-9106-279BEA133E4A}" srcOrd="1" destOrd="0" presId="urn:microsoft.com/office/officeart/2005/8/layout/vList2"/>
    <dgm:cxn modelId="{07D8CF8E-3A23-449C-83F3-5EFD371FF831}" type="presParOf" srcId="{5E264086-6170-4425-B920-5E89DA75F35C}" destId="{BCEF9220-0291-4A5E-B331-26345372F3F8}" srcOrd="2" destOrd="0" presId="urn:microsoft.com/office/officeart/2005/8/layout/vList2"/>
    <dgm:cxn modelId="{C647D454-F8BB-403A-8041-2456D533C8B6}" type="presParOf" srcId="{5E264086-6170-4425-B920-5E89DA75F35C}" destId="{3B679427-4A43-40F3-804A-7B3C10323D24}" srcOrd="3" destOrd="0" presId="urn:microsoft.com/office/officeart/2005/8/layout/vList2"/>
    <dgm:cxn modelId="{F6C8400E-2DAA-43E2-9DF5-1C0C2995AB39}" type="presParOf" srcId="{5E264086-6170-4425-B920-5E89DA75F35C}" destId="{C90F9686-C197-4D9A-9405-F68BEBCB94D1}" srcOrd="4" destOrd="0" presId="urn:microsoft.com/office/officeart/2005/8/layout/vList2"/>
    <dgm:cxn modelId="{8D7CA123-EB95-4D91-8D25-9352453BED95}" type="presParOf" srcId="{5E264086-6170-4425-B920-5E89DA75F35C}" destId="{BA3CC6FF-2FA1-4CAC-B62B-4BC44DF6B14B}" srcOrd="5" destOrd="0" presId="urn:microsoft.com/office/officeart/2005/8/layout/vList2"/>
    <dgm:cxn modelId="{B02BF1D3-0206-43FB-A715-0213F9E3D95C}" type="presParOf" srcId="{5E264086-6170-4425-B920-5E89DA75F35C}" destId="{D07E158E-20FD-412D-99E9-88ACEED3BA52}" srcOrd="6" destOrd="0" presId="urn:microsoft.com/office/officeart/2005/8/layout/vList2"/>
    <dgm:cxn modelId="{58655455-651F-4A10-8FD5-B4019216CF65}" type="presParOf" srcId="{5E264086-6170-4425-B920-5E89DA75F35C}" destId="{CEF81AC5-11A7-4A56-8283-B109C0BD42D9}" srcOrd="7" destOrd="0" presId="urn:microsoft.com/office/officeart/2005/8/layout/vList2"/>
    <dgm:cxn modelId="{96A98466-8751-4EC5-AAEC-C100795681E4}" type="presParOf" srcId="{5E264086-6170-4425-B920-5E89DA75F35C}" destId="{8FB788F9-CB5C-44DE-A21C-E9A066BBC2E8}" srcOrd="8" destOrd="0" presId="urn:microsoft.com/office/officeart/2005/8/layout/vList2"/>
    <dgm:cxn modelId="{E0E8BC0D-9D19-4D59-B437-BB3BF2741334}" type="presParOf" srcId="{5E264086-6170-4425-B920-5E89DA75F35C}" destId="{CBAE28C9-7DA7-438E-9BAC-FD1421BAD4C2}" srcOrd="9" destOrd="0" presId="urn:microsoft.com/office/officeart/2005/8/layout/vList2"/>
    <dgm:cxn modelId="{54D598CB-1544-4879-AD92-A8F1E48DE639}" type="presParOf" srcId="{5E264086-6170-4425-B920-5E89DA75F35C}" destId="{E0D059B6-3E0D-4733-AD39-9230A76B35E1}"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46B2BA2-EE9C-4D94-AA67-F88463652AEA}"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3FC80A7-7E46-4268-9341-5F5A5346E351}">
      <dgm:prSet/>
      <dgm:spPr/>
      <dgm:t>
        <a:bodyPr/>
        <a:lstStyle/>
        <a:p>
          <a:r>
            <a:rPr lang="en-GB"/>
            <a:t>Defines a Business Continuity Management System (BCMS)</a:t>
          </a:r>
          <a:endParaRPr lang="en-US"/>
        </a:p>
      </dgm:t>
    </dgm:pt>
    <dgm:pt modelId="{10DBE4DD-15EF-4567-9EB9-5F029F3AE33B}" type="parTrans" cxnId="{EEF4AA4D-E9E0-48DD-853C-33C89F183762}">
      <dgm:prSet/>
      <dgm:spPr/>
      <dgm:t>
        <a:bodyPr/>
        <a:lstStyle/>
        <a:p>
          <a:endParaRPr lang="en-US"/>
        </a:p>
      </dgm:t>
    </dgm:pt>
    <dgm:pt modelId="{F83BA22D-A5C9-45BD-95DC-D9340E737087}" type="sibTrans" cxnId="{EEF4AA4D-E9E0-48DD-853C-33C89F183762}">
      <dgm:prSet/>
      <dgm:spPr/>
      <dgm:t>
        <a:bodyPr/>
        <a:lstStyle/>
        <a:p>
          <a:endParaRPr lang="en-US"/>
        </a:p>
      </dgm:t>
    </dgm:pt>
    <dgm:pt modelId="{24308CE4-FAE8-431A-B2BC-DC74EF32BEA7}">
      <dgm:prSet/>
      <dgm:spPr/>
      <dgm:t>
        <a:bodyPr/>
        <a:lstStyle/>
        <a:p>
          <a:r>
            <a:rPr lang="en-GB"/>
            <a:t>Organizations can be certified against ISO22301 by an external auditing body</a:t>
          </a:r>
          <a:endParaRPr lang="en-US"/>
        </a:p>
      </dgm:t>
    </dgm:pt>
    <dgm:pt modelId="{3A04830A-D5DA-482B-895C-8BB35A446218}" type="parTrans" cxnId="{C9943019-36C8-4ED5-AD70-88A61E2D34C3}">
      <dgm:prSet/>
      <dgm:spPr/>
      <dgm:t>
        <a:bodyPr/>
        <a:lstStyle/>
        <a:p>
          <a:endParaRPr lang="en-US"/>
        </a:p>
      </dgm:t>
    </dgm:pt>
    <dgm:pt modelId="{84480222-3A00-4DBD-BEB8-AA756B3CF590}" type="sibTrans" cxnId="{C9943019-36C8-4ED5-AD70-88A61E2D34C3}">
      <dgm:prSet/>
      <dgm:spPr/>
      <dgm:t>
        <a:bodyPr/>
        <a:lstStyle/>
        <a:p>
          <a:endParaRPr lang="en-US"/>
        </a:p>
      </dgm:t>
    </dgm:pt>
    <dgm:pt modelId="{1D0E26E6-7DA9-4BA5-8209-AC59C536216E}" type="pres">
      <dgm:prSet presAssocID="{E46B2BA2-EE9C-4D94-AA67-F88463652AEA}" presName="root" presStyleCnt="0">
        <dgm:presLayoutVars>
          <dgm:dir/>
          <dgm:resizeHandles val="exact"/>
        </dgm:presLayoutVars>
      </dgm:prSet>
      <dgm:spPr/>
    </dgm:pt>
    <dgm:pt modelId="{CFAB4640-31E6-4DAD-AE3E-EE0B19763C74}" type="pres">
      <dgm:prSet presAssocID="{C3FC80A7-7E46-4268-9341-5F5A5346E351}" presName="compNode" presStyleCnt="0"/>
      <dgm:spPr/>
    </dgm:pt>
    <dgm:pt modelId="{CAF228BE-2EE5-4460-8796-E14CC861DC11}" type="pres">
      <dgm:prSet presAssocID="{C3FC80A7-7E46-4268-9341-5F5A5346E351}"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anching Diagram"/>
        </a:ext>
      </dgm:extLst>
    </dgm:pt>
    <dgm:pt modelId="{A8CB9465-BDCB-42BD-A15D-0CB71B958403}" type="pres">
      <dgm:prSet presAssocID="{C3FC80A7-7E46-4268-9341-5F5A5346E351}" presName="spaceRect" presStyleCnt="0"/>
      <dgm:spPr/>
    </dgm:pt>
    <dgm:pt modelId="{2D31C0E4-D229-4D1B-B63E-B04B95070D46}" type="pres">
      <dgm:prSet presAssocID="{C3FC80A7-7E46-4268-9341-5F5A5346E351}" presName="textRect" presStyleLbl="revTx" presStyleIdx="0" presStyleCnt="2">
        <dgm:presLayoutVars>
          <dgm:chMax val="1"/>
          <dgm:chPref val="1"/>
        </dgm:presLayoutVars>
      </dgm:prSet>
      <dgm:spPr/>
    </dgm:pt>
    <dgm:pt modelId="{058AFD1A-AD55-422F-B252-B7D9BCCFBAF7}" type="pres">
      <dgm:prSet presAssocID="{F83BA22D-A5C9-45BD-95DC-D9340E737087}" presName="sibTrans" presStyleCnt="0"/>
      <dgm:spPr/>
    </dgm:pt>
    <dgm:pt modelId="{BBEE0440-1919-4D90-A101-8896E03A300B}" type="pres">
      <dgm:prSet presAssocID="{24308CE4-FAE8-431A-B2BC-DC74EF32BEA7}" presName="compNode" presStyleCnt="0"/>
      <dgm:spPr/>
    </dgm:pt>
    <dgm:pt modelId="{B8A1AB0E-89E5-4068-95B8-B9FC2759A085}" type="pres">
      <dgm:prSet presAssocID="{24308CE4-FAE8-431A-B2BC-DC74EF32BEA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7DF74D7E-6FF2-49CC-BA0C-A371E1EA1ED9}" type="pres">
      <dgm:prSet presAssocID="{24308CE4-FAE8-431A-B2BC-DC74EF32BEA7}" presName="spaceRect" presStyleCnt="0"/>
      <dgm:spPr/>
    </dgm:pt>
    <dgm:pt modelId="{C3A0D73D-B5DF-4626-8904-2EA62822B3C2}" type="pres">
      <dgm:prSet presAssocID="{24308CE4-FAE8-431A-B2BC-DC74EF32BEA7}" presName="textRect" presStyleLbl="revTx" presStyleIdx="1" presStyleCnt="2">
        <dgm:presLayoutVars>
          <dgm:chMax val="1"/>
          <dgm:chPref val="1"/>
        </dgm:presLayoutVars>
      </dgm:prSet>
      <dgm:spPr/>
    </dgm:pt>
  </dgm:ptLst>
  <dgm:cxnLst>
    <dgm:cxn modelId="{C9943019-36C8-4ED5-AD70-88A61E2D34C3}" srcId="{E46B2BA2-EE9C-4D94-AA67-F88463652AEA}" destId="{24308CE4-FAE8-431A-B2BC-DC74EF32BEA7}" srcOrd="1" destOrd="0" parTransId="{3A04830A-D5DA-482B-895C-8BB35A446218}" sibTransId="{84480222-3A00-4DBD-BEB8-AA756B3CF590}"/>
    <dgm:cxn modelId="{B867AD6B-362F-4377-B233-638A7D41A431}" type="presOf" srcId="{E46B2BA2-EE9C-4D94-AA67-F88463652AEA}" destId="{1D0E26E6-7DA9-4BA5-8209-AC59C536216E}" srcOrd="0" destOrd="0" presId="urn:microsoft.com/office/officeart/2018/2/layout/IconLabelList"/>
    <dgm:cxn modelId="{EEF4AA4D-E9E0-48DD-853C-33C89F183762}" srcId="{E46B2BA2-EE9C-4D94-AA67-F88463652AEA}" destId="{C3FC80A7-7E46-4268-9341-5F5A5346E351}" srcOrd="0" destOrd="0" parTransId="{10DBE4DD-15EF-4567-9EB9-5F029F3AE33B}" sibTransId="{F83BA22D-A5C9-45BD-95DC-D9340E737087}"/>
    <dgm:cxn modelId="{2015438B-4836-4207-BD44-987459A3E99F}" type="presOf" srcId="{C3FC80A7-7E46-4268-9341-5F5A5346E351}" destId="{2D31C0E4-D229-4D1B-B63E-B04B95070D46}" srcOrd="0" destOrd="0" presId="urn:microsoft.com/office/officeart/2018/2/layout/IconLabelList"/>
    <dgm:cxn modelId="{79CBA9FA-9D39-4B2D-80DB-95804A3F2F30}" type="presOf" srcId="{24308CE4-FAE8-431A-B2BC-DC74EF32BEA7}" destId="{C3A0D73D-B5DF-4626-8904-2EA62822B3C2}" srcOrd="0" destOrd="0" presId="urn:microsoft.com/office/officeart/2018/2/layout/IconLabelList"/>
    <dgm:cxn modelId="{420D36AF-88A5-43D9-8D2E-019B091ECA8E}" type="presParOf" srcId="{1D0E26E6-7DA9-4BA5-8209-AC59C536216E}" destId="{CFAB4640-31E6-4DAD-AE3E-EE0B19763C74}" srcOrd="0" destOrd="0" presId="urn:microsoft.com/office/officeart/2018/2/layout/IconLabelList"/>
    <dgm:cxn modelId="{36F2C120-C384-4BE6-9ADC-A42C02AF605F}" type="presParOf" srcId="{CFAB4640-31E6-4DAD-AE3E-EE0B19763C74}" destId="{CAF228BE-2EE5-4460-8796-E14CC861DC11}" srcOrd="0" destOrd="0" presId="urn:microsoft.com/office/officeart/2018/2/layout/IconLabelList"/>
    <dgm:cxn modelId="{E30C4056-56C5-439C-BF26-CBA5138B2342}" type="presParOf" srcId="{CFAB4640-31E6-4DAD-AE3E-EE0B19763C74}" destId="{A8CB9465-BDCB-42BD-A15D-0CB71B958403}" srcOrd="1" destOrd="0" presId="urn:microsoft.com/office/officeart/2018/2/layout/IconLabelList"/>
    <dgm:cxn modelId="{F0051273-2582-45DC-A99D-AF9B9B70C11F}" type="presParOf" srcId="{CFAB4640-31E6-4DAD-AE3E-EE0B19763C74}" destId="{2D31C0E4-D229-4D1B-B63E-B04B95070D46}" srcOrd="2" destOrd="0" presId="urn:microsoft.com/office/officeart/2018/2/layout/IconLabelList"/>
    <dgm:cxn modelId="{91DB49F7-AD9C-490C-B7E2-E99913AC05FD}" type="presParOf" srcId="{1D0E26E6-7DA9-4BA5-8209-AC59C536216E}" destId="{058AFD1A-AD55-422F-B252-B7D9BCCFBAF7}" srcOrd="1" destOrd="0" presId="urn:microsoft.com/office/officeart/2018/2/layout/IconLabelList"/>
    <dgm:cxn modelId="{3D9E2A6C-F5E3-45FC-BCC9-0CA3240A2E64}" type="presParOf" srcId="{1D0E26E6-7DA9-4BA5-8209-AC59C536216E}" destId="{BBEE0440-1919-4D90-A101-8896E03A300B}" srcOrd="2" destOrd="0" presId="urn:microsoft.com/office/officeart/2018/2/layout/IconLabelList"/>
    <dgm:cxn modelId="{D3153B2A-B9ED-457C-8AAB-43A82C5D31E7}" type="presParOf" srcId="{BBEE0440-1919-4D90-A101-8896E03A300B}" destId="{B8A1AB0E-89E5-4068-95B8-B9FC2759A085}" srcOrd="0" destOrd="0" presId="urn:microsoft.com/office/officeart/2018/2/layout/IconLabelList"/>
    <dgm:cxn modelId="{1C2F6621-D4C1-4469-8EC4-8F9E8EAE31AA}" type="presParOf" srcId="{BBEE0440-1919-4D90-A101-8896E03A300B}" destId="{7DF74D7E-6FF2-49CC-BA0C-A371E1EA1ED9}" srcOrd="1" destOrd="0" presId="urn:microsoft.com/office/officeart/2018/2/layout/IconLabelList"/>
    <dgm:cxn modelId="{3DBC1FA9-19CA-4BC0-9DAF-21616C810CEC}" type="presParOf" srcId="{BBEE0440-1919-4D90-A101-8896E03A300B}" destId="{C3A0D73D-B5DF-4626-8904-2EA62822B3C2}"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BFFE0C7-1D53-4CC0-A244-D8063EAE9070}" type="doc">
      <dgm:prSet loTypeId="urn:microsoft.com/office/officeart/2005/8/layout/bList2" loCatId="list" qsTypeId="urn:microsoft.com/office/officeart/2005/8/quickstyle/simple1" qsCatId="simple" csTypeId="urn:microsoft.com/office/officeart/2005/8/colors/accent1_2" csCatId="accent1" phldr="1"/>
      <dgm:spPr/>
    </dgm:pt>
    <dgm:pt modelId="{46CF0F3A-65E8-4C5B-B39C-5A6D1315A321}">
      <dgm:prSet phldrT="[Text]"/>
      <dgm:spPr/>
      <dgm:t>
        <a:bodyPr/>
        <a:lstStyle/>
        <a:p>
          <a:r>
            <a:rPr lang="en-GB" dirty="0"/>
            <a:t>Policy</a:t>
          </a:r>
        </a:p>
      </dgm:t>
    </dgm:pt>
    <dgm:pt modelId="{4B39B300-73F7-4A55-AFA3-23DB47C28674}" type="parTrans" cxnId="{A275BBDE-1A5B-46FB-A8A4-5F08255CB898}">
      <dgm:prSet/>
      <dgm:spPr/>
      <dgm:t>
        <a:bodyPr/>
        <a:lstStyle/>
        <a:p>
          <a:endParaRPr lang="en-GB"/>
        </a:p>
      </dgm:t>
    </dgm:pt>
    <dgm:pt modelId="{759DD73F-3ACA-46A7-AEC9-8AA4E059A0EA}" type="sibTrans" cxnId="{A275BBDE-1A5B-46FB-A8A4-5F08255CB898}">
      <dgm:prSet/>
      <dgm:spPr/>
      <dgm:t>
        <a:bodyPr/>
        <a:lstStyle/>
        <a:p>
          <a:endParaRPr lang="en-GB"/>
        </a:p>
      </dgm:t>
    </dgm:pt>
    <dgm:pt modelId="{1C0B70E8-0975-4588-9E19-42CB7594C98E}">
      <dgm:prSet phldrT="[Text]"/>
      <dgm:spPr/>
      <dgm:t>
        <a:bodyPr/>
        <a:lstStyle/>
        <a:p>
          <a:r>
            <a:rPr lang="en-GB" dirty="0"/>
            <a:t>People</a:t>
          </a:r>
        </a:p>
      </dgm:t>
    </dgm:pt>
    <dgm:pt modelId="{166470E8-1C0B-45AC-BFFE-CEB76F8FF568}" type="parTrans" cxnId="{900C3B10-77A6-4232-BF36-B417E646B7B4}">
      <dgm:prSet/>
      <dgm:spPr/>
      <dgm:t>
        <a:bodyPr/>
        <a:lstStyle/>
        <a:p>
          <a:endParaRPr lang="en-GB"/>
        </a:p>
      </dgm:t>
    </dgm:pt>
    <dgm:pt modelId="{35365E00-A1DB-4BF6-85C2-0F471352854F}" type="sibTrans" cxnId="{900C3B10-77A6-4232-BF36-B417E646B7B4}">
      <dgm:prSet/>
      <dgm:spPr/>
      <dgm:t>
        <a:bodyPr/>
        <a:lstStyle/>
        <a:p>
          <a:endParaRPr lang="en-GB"/>
        </a:p>
      </dgm:t>
    </dgm:pt>
    <dgm:pt modelId="{2A69D46E-996A-498E-8AD9-2FD6F34C6C07}">
      <dgm:prSet phldrT="[Text]"/>
      <dgm:spPr/>
      <dgm:t>
        <a:bodyPr/>
        <a:lstStyle/>
        <a:p>
          <a:r>
            <a:rPr lang="en-GB" dirty="0"/>
            <a:t>Processes</a:t>
          </a:r>
        </a:p>
      </dgm:t>
    </dgm:pt>
    <dgm:pt modelId="{B4DD9769-38A5-4E33-A966-8417346B5FD5}" type="parTrans" cxnId="{FB314A8F-8336-498F-BC14-C44524FF9156}">
      <dgm:prSet/>
      <dgm:spPr/>
      <dgm:t>
        <a:bodyPr/>
        <a:lstStyle/>
        <a:p>
          <a:endParaRPr lang="en-GB"/>
        </a:p>
      </dgm:t>
    </dgm:pt>
    <dgm:pt modelId="{55655C2A-F64C-475D-85E4-3A5B03F822A3}" type="sibTrans" cxnId="{FB314A8F-8336-498F-BC14-C44524FF9156}">
      <dgm:prSet/>
      <dgm:spPr/>
      <dgm:t>
        <a:bodyPr/>
        <a:lstStyle/>
        <a:p>
          <a:endParaRPr lang="en-GB"/>
        </a:p>
      </dgm:t>
    </dgm:pt>
    <dgm:pt modelId="{DEE38890-DDA7-4B88-954D-240B9BE0CA49}">
      <dgm:prSet phldrT="[Text]"/>
      <dgm:spPr/>
      <dgm:t>
        <a:bodyPr/>
        <a:lstStyle/>
        <a:p>
          <a:r>
            <a:rPr lang="en-GB" dirty="0"/>
            <a:t>Information</a:t>
          </a:r>
        </a:p>
      </dgm:t>
    </dgm:pt>
    <dgm:pt modelId="{219DC87E-5801-4A59-8F1F-E942FE5A982A}" type="parTrans" cxnId="{4CBDCE94-2C95-4D8C-8366-8AFBCAC6F6C0}">
      <dgm:prSet/>
      <dgm:spPr/>
      <dgm:t>
        <a:bodyPr/>
        <a:lstStyle/>
        <a:p>
          <a:endParaRPr lang="en-GB"/>
        </a:p>
      </dgm:t>
    </dgm:pt>
    <dgm:pt modelId="{F2397D6F-1097-40D4-9314-2263D2E29ACE}" type="sibTrans" cxnId="{4CBDCE94-2C95-4D8C-8366-8AFBCAC6F6C0}">
      <dgm:prSet/>
      <dgm:spPr/>
      <dgm:t>
        <a:bodyPr/>
        <a:lstStyle/>
        <a:p>
          <a:endParaRPr lang="en-GB"/>
        </a:p>
      </dgm:t>
    </dgm:pt>
    <dgm:pt modelId="{F8A3DE16-96D8-4F89-964C-1F5F149DE77F}" type="pres">
      <dgm:prSet presAssocID="{1BFFE0C7-1D53-4CC0-A244-D8063EAE9070}" presName="diagram" presStyleCnt="0">
        <dgm:presLayoutVars>
          <dgm:dir/>
          <dgm:animLvl val="lvl"/>
          <dgm:resizeHandles val="exact"/>
        </dgm:presLayoutVars>
      </dgm:prSet>
      <dgm:spPr/>
    </dgm:pt>
    <dgm:pt modelId="{651BADB9-B3AC-45D4-AB51-4B6F5D69CC97}" type="pres">
      <dgm:prSet presAssocID="{46CF0F3A-65E8-4C5B-B39C-5A6D1315A321}" presName="compNode" presStyleCnt="0"/>
      <dgm:spPr/>
    </dgm:pt>
    <dgm:pt modelId="{A0E2C408-9403-46B5-A0F6-BDF817204C39}" type="pres">
      <dgm:prSet presAssocID="{46CF0F3A-65E8-4C5B-B39C-5A6D1315A321}" presName="childRect" presStyleLbl="bgAcc1" presStyleIdx="0" presStyleCnt="4">
        <dgm:presLayoutVars>
          <dgm:bulletEnabled val="1"/>
        </dgm:presLayoutVars>
      </dgm:prSet>
      <dgm:spPr>
        <a:blipFill rotWithShape="0">
          <a:blip xmlns:r="http://schemas.openxmlformats.org/officeDocument/2006/relationships" r:embed="rId1">
            <a:extLst>
              <a:ext uri="{28A0092B-C50C-407E-A947-70E740481C1C}">
                <a14:useLocalDpi xmlns:a14="http://schemas.microsoft.com/office/drawing/2010/main" val="0"/>
              </a:ext>
            </a:extLst>
          </a:blip>
          <a:srcRect/>
          <a:stretch>
            <a:fillRect l="-6000" r="-6000"/>
          </a:stretch>
        </a:blipFill>
      </dgm:spPr>
    </dgm:pt>
    <dgm:pt modelId="{4CAD45FA-6209-4EA4-B8FC-CF3B0E6CAE31}" type="pres">
      <dgm:prSet presAssocID="{46CF0F3A-65E8-4C5B-B39C-5A6D1315A321}" presName="parentText" presStyleLbl="node1" presStyleIdx="0" presStyleCnt="0">
        <dgm:presLayoutVars>
          <dgm:chMax val="0"/>
          <dgm:bulletEnabled val="1"/>
        </dgm:presLayoutVars>
      </dgm:prSet>
      <dgm:spPr/>
    </dgm:pt>
    <dgm:pt modelId="{BCF1D583-107C-4984-A26F-F3338239F600}" type="pres">
      <dgm:prSet presAssocID="{46CF0F3A-65E8-4C5B-B39C-5A6D1315A321}" presName="parentRect" presStyleLbl="alignNode1" presStyleIdx="0" presStyleCnt="4"/>
      <dgm:spPr/>
    </dgm:pt>
    <dgm:pt modelId="{B5D12499-BEB4-4710-BB51-86E588429E51}" type="pres">
      <dgm:prSet presAssocID="{46CF0F3A-65E8-4C5B-B39C-5A6D1315A321}" presName="adorn" presStyleLbl="fgAccFollowNode1" presStyleIdx="0" presStyleCnt="4"/>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Folder Search with solid fill"/>
        </a:ext>
      </dgm:extLst>
    </dgm:pt>
    <dgm:pt modelId="{8C48EBE7-0EB5-4AD6-BE4D-E87E9FEF509B}" type="pres">
      <dgm:prSet presAssocID="{759DD73F-3ACA-46A7-AEC9-8AA4E059A0EA}" presName="sibTrans" presStyleLbl="sibTrans2D1" presStyleIdx="0" presStyleCnt="0"/>
      <dgm:spPr/>
    </dgm:pt>
    <dgm:pt modelId="{C7DDA4F7-A4A9-4163-A9FF-BE0DB127CDDC}" type="pres">
      <dgm:prSet presAssocID="{1C0B70E8-0975-4588-9E19-42CB7594C98E}" presName="compNode" presStyleCnt="0"/>
      <dgm:spPr/>
    </dgm:pt>
    <dgm:pt modelId="{735AE2B4-5C7C-4D32-A138-2005C4D6EED2}" type="pres">
      <dgm:prSet presAssocID="{1C0B70E8-0975-4588-9E19-42CB7594C98E}" presName="childRect" presStyleLbl="bgAcc1" presStyleIdx="1" presStyleCnt="4">
        <dgm:presLayoutVars>
          <dgm:bulletEnabled val="1"/>
        </dgm:presLayoutVars>
      </dgm:prSet>
      <dgm:spPr>
        <a:blipFill rotWithShape="0">
          <a:blip xmlns:r="http://schemas.openxmlformats.org/officeDocument/2006/relationships" r:embed="rId4">
            <a:extLst>
              <a:ext uri="{28A0092B-C50C-407E-A947-70E740481C1C}">
                <a14:useLocalDpi xmlns:a14="http://schemas.microsoft.com/office/drawing/2010/main" val="0"/>
              </a:ext>
            </a:extLst>
          </a:blip>
          <a:srcRect/>
          <a:stretch>
            <a:fillRect l="-6000" r="-6000"/>
          </a:stretch>
        </a:blipFill>
      </dgm:spPr>
    </dgm:pt>
    <dgm:pt modelId="{DFEA4CBB-307C-42A8-A1A6-35E28264087E}" type="pres">
      <dgm:prSet presAssocID="{1C0B70E8-0975-4588-9E19-42CB7594C98E}" presName="parentText" presStyleLbl="node1" presStyleIdx="0" presStyleCnt="0">
        <dgm:presLayoutVars>
          <dgm:chMax val="0"/>
          <dgm:bulletEnabled val="1"/>
        </dgm:presLayoutVars>
      </dgm:prSet>
      <dgm:spPr/>
    </dgm:pt>
    <dgm:pt modelId="{6B9B72FE-8463-4031-AD05-D01B525FC818}" type="pres">
      <dgm:prSet presAssocID="{1C0B70E8-0975-4588-9E19-42CB7594C98E}" presName="parentRect" presStyleLbl="alignNode1" presStyleIdx="1" presStyleCnt="4"/>
      <dgm:spPr/>
    </dgm:pt>
    <dgm:pt modelId="{35A769C5-F917-421B-AC33-0BCF38C74C65}" type="pres">
      <dgm:prSet presAssocID="{1C0B70E8-0975-4588-9E19-42CB7594C98E}" presName="adorn" presStyleLbl="fgAccFollowNode1" presStyleIdx="1"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Children with solid fill"/>
        </a:ext>
      </dgm:extLst>
    </dgm:pt>
    <dgm:pt modelId="{6B0828D4-BACC-4B5D-9D21-15F8ADDE364C}" type="pres">
      <dgm:prSet presAssocID="{35365E00-A1DB-4BF6-85C2-0F471352854F}" presName="sibTrans" presStyleLbl="sibTrans2D1" presStyleIdx="0" presStyleCnt="0"/>
      <dgm:spPr/>
    </dgm:pt>
    <dgm:pt modelId="{C00F562D-4B23-459C-8DAE-27D81458B773}" type="pres">
      <dgm:prSet presAssocID="{2A69D46E-996A-498E-8AD9-2FD6F34C6C07}" presName="compNode" presStyleCnt="0"/>
      <dgm:spPr/>
    </dgm:pt>
    <dgm:pt modelId="{69EEB100-58EB-4909-8AF8-1A61791D9EFE}" type="pres">
      <dgm:prSet presAssocID="{2A69D46E-996A-498E-8AD9-2FD6F34C6C07}" presName="childRect" presStyleLbl="bgAcc1" presStyleIdx="2" presStyleCnt="4">
        <dgm:presLayoutVars>
          <dgm:bulletEnabled val="1"/>
        </dgm:presLayoutVars>
      </dgm:prSet>
      <dgm:spPr>
        <a:blipFill rotWithShape="0">
          <a:blip xmlns:r="http://schemas.openxmlformats.org/officeDocument/2006/relationships" r:embed="rId7">
            <a:extLst>
              <a:ext uri="{28A0092B-C50C-407E-A947-70E740481C1C}">
                <a14:useLocalDpi xmlns:a14="http://schemas.microsoft.com/office/drawing/2010/main" val="0"/>
              </a:ext>
            </a:extLst>
          </a:blip>
          <a:srcRect/>
          <a:stretch>
            <a:fillRect l="-3000" r="-3000"/>
          </a:stretch>
        </a:blipFill>
      </dgm:spPr>
    </dgm:pt>
    <dgm:pt modelId="{984B7652-E6D6-4000-9276-9E0CD9E9497F}" type="pres">
      <dgm:prSet presAssocID="{2A69D46E-996A-498E-8AD9-2FD6F34C6C07}" presName="parentText" presStyleLbl="node1" presStyleIdx="0" presStyleCnt="0">
        <dgm:presLayoutVars>
          <dgm:chMax val="0"/>
          <dgm:bulletEnabled val="1"/>
        </dgm:presLayoutVars>
      </dgm:prSet>
      <dgm:spPr/>
    </dgm:pt>
    <dgm:pt modelId="{2D460A08-558E-4827-AF8C-4FBDD5B85EFE}" type="pres">
      <dgm:prSet presAssocID="{2A69D46E-996A-498E-8AD9-2FD6F34C6C07}" presName="parentRect" presStyleLbl="alignNode1" presStyleIdx="2" presStyleCnt="4"/>
      <dgm:spPr/>
    </dgm:pt>
    <dgm:pt modelId="{79A862E5-AF73-48AD-81F8-DEBF3AA55717}" type="pres">
      <dgm:prSet presAssocID="{2A69D46E-996A-498E-8AD9-2FD6F34C6C07}" presName="adorn" presStyleLbl="fgAccFollowNode1" presStyleIdx="2" presStyleCnt="4"/>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a:blipFill>
      </dgm:spPr>
      <dgm:extLst>
        <a:ext uri="{E40237B7-FDA0-4F09-8148-C483321AD2D9}">
          <dgm14:cNvPr xmlns:dgm14="http://schemas.microsoft.com/office/drawing/2010/diagram" id="0" name="" descr="Circles with arrows with solid fill"/>
        </a:ext>
      </dgm:extLst>
    </dgm:pt>
    <dgm:pt modelId="{F837E6A8-AD92-48C5-AA59-223BB45A6123}" type="pres">
      <dgm:prSet presAssocID="{55655C2A-F64C-475D-85E4-3A5B03F822A3}" presName="sibTrans" presStyleLbl="sibTrans2D1" presStyleIdx="0" presStyleCnt="0"/>
      <dgm:spPr/>
    </dgm:pt>
    <dgm:pt modelId="{27FC7B63-32DE-4AF8-B882-E09CA8BD23F4}" type="pres">
      <dgm:prSet presAssocID="{DEE38890-DDA7-4B88-954D-240B9BE0CA49}" presName="compNode" presStyleCnt="0"/>
      <dgm:spPr/>
    </dgm:pt>
    <dgm:pt modelId="{F38AA733-C08B-41A6-B5D3-E83A6CE99F38}" type="pres">
      <dgm:prSet presAssocID="{DEE38890-DDA7-4B88-954D-240B9BE0CA49}" presName="childRect" presStyleLbl="bgAcc1" presStyleIdx="3" presStyleCnt="4">
        <dgm:presLayoutVars>
          <dgm:bulletEnabled val="1"/>
        </dgm:presLayoutVars>
      </dgm:prSet>
      <dgm:spPr>
        <a:blipFill rotWithShape="0">
          <a:blip xmlns:r="http://schemas.openxmlformats.org/officeDocument/2006/relationships" r:embed="rId10">
            <a:extLst>
              <a:ext uri="{28A0092B-C50C-407E-A947-70E740481C1C}">
                <a14:useLocalDpi xmlns:a14="http://schemas.microsoft.com/office/drawing/2010/main" val="0"/>
              </a:ext>
            </a:extLst>
          </a:blip>
          <a:srcRect/>
          <a:stretch>
            <a:fillRect l="-6000" r="-6000"/>
          </a:stretch>
        </a:blipFill>
      </dgm:spPr>
    </dgm:pt>
    <dgm:pt modelId="{08C405C2-A902-4B50-BE70-03F1CB4E18B1}" type="pres">
      <dgm:prSet presAssocID="{DEE38890-DDA7-4B88-954D-240B9BE0CA49}" presName="parentText" presStyleLbl="node1" presStyleIdx="0" presStyleCnt="0">
        <dgm:presLayoutVars>
          <dgm:chMax val="0"/>
          <dgm:bulletEnabled val="1"/>
        </dgm:presLayoutVars>
      </dgm:prSet>
      <dgm:spPr/>
    </dgm:pt>
    <dgm:pt modelId="{88D1DBCA-313B-41AE-827F-E54054CB9411}" type="pres">
      <dgm:prSet presAssocID="{DEE38890-DDA7-4B88-954D-240B9BE0CA49}" presName="parentRect" presStyleLbl="alignNode1" presStyleIdx="3" presStyleCnt="4"/>
      <dgm:spPr/>
    </dgm:pt>
    <dgm:pt modelId="{64603FB6-01BA-4D8A-8166-97EBC277FB5B}" type="pres">
      <dgm:prSet presAssocID="{DEE38890-DDA7-4B88-954D-240B9BE0CA49}" presName="adorn" presStyleLbl="fgAccFollowNode1" presStyleIdx="3" presStyleCnt="4"/>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a:fillRect/>
          </a:stretch>
        </a:blipFill>
      </dgm:spPr>
      <dgm:extLst>
        <a:ext uri="{E40237B7-FDA0-4F09-8148-C483321AD2D9}">
          <dgm14:cNvPr xmlns:dgm14="http://schemas.microsoft.com/office/drawing/2010/diagram" id="0" name="" descr="Information with solid fill"/>
        </a:ext>
      </dgm:extLst>
    </dgm:pt>
  </dgm:ptLst>
  <dgm:cxnLst>
    <dgm:cxn modelId="{900C3B10-77A6-4232-BF36-B417E646B7B4}" srcId="{1BFFE0C7-1D53-4CC0-A244-D8063EAE9070}" destId="{1C0B70E8-0975-4588-9E19-42CB7594C98E}" srcOrd="1" destOrd="0" parTransId="{166470E8-1C0B-45AC-BFFE-CEB76F8FF568}" sibTransId="{35365E00-A1DB-4BF6-85C2-0F471352854F}"/>
    <dgm:cxn modelId="{27D36432-8A23-476D-9CE2-FC199B0F2B4C}" type="presOf" srcId="{DEE38890-DDA7-4B88-954D-240B9BE0CA49}" destId="{08C405C2-A902-4B50-BE70-03F1CB4E18B1}" srcOrd="0" destOrd="0" presId="urn:microsoft.com/office/officeart/2005/8/layout/bList2"/>
    <dgm:cxn modelId="{B0C4A333-DB2E-4BFA-B1EF-97BF26F1C262}" type="presOf" srcId="{46CF0F3A-65E8-4C5B-B39C-5A6D1315A321}" destId="{4CAD45FA-6209-4EA4-B8FC-CF3B0E6CAE31}" srcOrd="0" destOrd="0" presId="urn:microsoft.com/office/officeart/2005/8/layout/bList2"/>
    <dgm:cxn modelId="{3CD5AB3B-4C8A-4DD4-80B4-EF7F3D3BBCE6}" type="presOf" srcId="{2A69D46E-996A-498E-8AD9-2FD6F34C6C07}" destId="{2D460A08-558E-4827-AF8C-4FBDD5B85EFE}" srcOrd="1" destOrd="0" presId="urn:microsoft.com/office/officeart/2005/8/layout/bList2"/>
    <dgm:cxn modelId="{CDE77664-33DC-46C9-8512-97474D4C171C}" type="presOf" srcId="{46CF0F3A-65E8-4C5B-B39C-5A6D1315A321}" destId="{BCF1D583-107C-4984-A26F-F3338239F600}" srcOrd="1" destOrd="0" presId="urn:microsoft.com/office/officeart/2005/8/layout/bList2"/>
    <dgm:cxn modelId="{EF48AC70-3743-47F7-9A07-27A7B9374CDE}" type="presOf" srcId="{2A69D46E-996A-498E-8AD9-2FD6F34C6C07}" destId="{984B7652-E6D6-4000-9276-9E0CD9E9497F}" srcOrd="0" destOrd="0" presId="urn:microsoft.com/office/officeart/2005/8/layout/bList2"/>
    <dgm:cxn modelId="{DE7CE370-92F3-4166-A5CE-162B568F6009}" type="presOf" srcId="{759DD73F-3ACA-46A7-AEC9-8AA4E059A0EA}" destId="{8C48EBE7-0EB5-4AD6-BE4D-E87E9FEF509B}" srcOrd="0" destOrd="0" presId="urn:microsoft.com/office/officeart/2005/8/layout/bList2"/>
    <dgm:cxn modelId="{917FA079-BB93-4008-95B9-5B92B7619C70}" type="presOf" srcId="{1C0B70E8-0975-4588-9E19-42CB7594C98E}" destId="{DFEA4CBB-307C-42A8-A1A6-35E28264087E}" srcOrd="0" destOrd="0" presId="urn:microsoft.com/office/officeart/2005/8/layout/bList2"/>
    <dgm:cxn modelId="{3CAE3882-CFEB-4477-BF9A-DAFC87CDE166}" type="presOf" srcId="{1BFFE0C7-1D53-4CC0-A244-D8063EAE9070}" destId="{F8A3DE16-96D8-4F89-964C-1F5F149DE77F}" srcOrd="0" destOrd="0" presId="urn:microsoft.com/office/officeart/2005/8/layout/bList2"/>
    <dgm:cxn modelId="{FB314A8F-8336-498F-BC14-C44524FF9156}" srcId="{1BFFE0C7-1D53-4CC0-A244-D8063EAE9070}" destId="{2A69D46E-996A-498E-8AD9-2FD6F34C6C07}" srcOrd="2" destOrd="0" parTransId="{B4DD9769-38A5-4E33-A966-8417346B5FD5}" sibTransId="{55655C2A-F64C-475D-85E4-3A5B03F822A3}"/>
    <dgm:cxn modelId="{4CBDCE94-2C95-4D8C-8366-8AFBCAC6F6C0}" srcId="{1BFFE0C7-1D53-4CC0-A244-D8063EAE9070}" destId="{DEE38890-DDA7-4B88-954D-240B9BE0CA49}" srcOrd="3" destOrd="0" parTransId="{219DC87E-5801-4A59-8F1F-E942FE5A982A}" sibTransId="{F2397D6F-1097-40D4-9314-2263D2E29ACE}"/>
    <dgm:cxn modelId="{6C898A96-A1D6-418A-B705-6A3DE2522445}" type="presOf" srcId="{55655C2A-F64C-475D-85E4-3A5B03F822A3}" destId="{F837E6A8-AD92-48C5-AA59-223BB45A6123}" srcOrd="0" destOrd="0" presId="urn:microsoft.com/office/officeart/2005/8/layout/bList2"/>
    <dgm:cxn modelId="{EF2352C0-5F0E-4FB1-961F-8D6BD8F52C25}" type="presOf" srcId="{35365E00-A1DB-4BF6-85C2-0F471352854F}" destId="{6B0828D4-BACC-4B5D-9D21-15F8ADDE364C}" srcOrd="0" destOrd="0" presId="urn:microsoft.com/office/officeart/2005/8/layout/bList2"/>
    <dgm:cxn modelId="{38DA24D3-2DA3-4B42-887B-E1FF55312183}" type="presOf" srcId="{DEE38890-DDA7-4B88-954D-240B9BE0CA49}" destId="{88D1DBCA-313B-41AE-827F-E54054CB9411}" srcOrd="1" destOrd="0" presId="urn:microsoft.com/office/officeart/2005/8/layout/bList2"/>
    <dgm:cxn modelId="{A275BBDE-1A5B-46FB-A8A4-5F08255CB898}" srcId="{1BFFE0C7-1D53-4CC0-A244-D8063EAE9070}" destId="{46CF0F3A-65E8-4C5B-B39C-5A6D1315A321}" srcOrd="0" destOrd="0" parTransId="{4B39B300-73F7-4A55-AFA3-23DB47C28674}" sibTransId="{759DD73F-3ACA-46A7-AEC9-8AA4E059A0EA}"/>
    <dgm:cxn modelId="{F7AF12E9-C8D6-4855-AB80-B08A53AE7953}" type="presOf" srcId="{1C0B70E8-0975-4588-9E19-42CB7594C98E}" destId="{6B9B72FE-8463-4031-AD05-D01B525FC818}" srcOrd="1" destOrd="0" presId="urn:microsoft.com/office/officeart/2005/8/layout/bList2"/>
    <dgm:cxn modelId="{46F19F3F-F154-4ACD-8497-E4997094BCC4}" type="presParOf" srcId="{F8A3DE16-96D8-4F89-964C-1F5F149DE77F}" destId="{651BADB9-B3AC-45D4-AB51-4B6F5D69CC97}" srcOrd="0" destOrd="0" presId="urn:microsoft.com/office/officeart/2005/8/layout/bList2"/>
    <dgm:cxn modelId="{E6E4CD8F-7BE2-4BAE-8362-C545FA4BEC40}" type="presParOf" srcId="{651BADB9-B3AC-45D4-AB51-4B6F5D69CC97}" destId="{A0E2C408-9403-46B5-A0F6-BDF817204C39}" srcOrd="0" destOrd="0" presId="urn:microsoft.com/office/officeart/2005/8/layout/bList2"/>
    <dgm:cxn modelId="{59BFC192-AE92-4559-B26C-0FD9B36F4D99}" type="presParOf" srcId="{651BADB9-B3AC-45D4-AB51-4B6F5D69CC97}" destId="{4CAD45FA-6209-4EA4-B8FC-CF3B0E6CAE31}" srcOrd="1" destOrd="0" presId="urn:microsoft.com/office/officeart/2005/8/layout/bList2"/>
    <dgm:cxn modelId="{B7D3C59F-7B34-416E-9D2A-A50C24DFC7FA}" type="presParOf" srcId="{651BADB9-B3AC-45D4-AB51-4B6F5D69CC97}" destId="{BCF1D583-107C-4984-A26F-F3338239F600}" srcOrd="2" destOrd="0" presId="urn:microsoft.com/office/officeart/2005/8/layout/bList2"/>
    <dgm:cxn modelId="{B06E469F-DAAF-4048-B317-6A77286C9BA3}" type="presParOf" srcId="{651BADB9-B3AC-45D4-AB51-4B6F5D69CC97}" destId="{B5D12499-BEB4-4710-BB51-86E588429E51}" srcOrd="3" destOrd="0" presId="urn:microsoft.com/office/officeart/2005/8/layout/bList2"/>
    <dgm:cxn modelId="{EE47D708-BE12-408F-874E-60BB844D9F08}" type="presParOf" srcId="{F8A3DE16-96D8-4F89-964C-1F5F149DE77F}" destId="{8C48EBE7-0EB5-4AD6-BE4D-E87E9FEF509B}" srcOrd="1" destOrd="0" presId="urn:microsoft.com/office/officeart/2005/8/layout/bList2"/>
    <dgm:cxn modelId="{293E5A4B-D5F2-4A7F-B09E-0A34DC19053A}" type="presParOf" srcId="{F8A3DE16-96D8-4F89-964C-1F5F149DE77F}" destId="{C7DDA4F7-A4A9-4163-A9FF-BE0DB127CDDC}" srcOrd="2" destOrd="0" presId="urn:microsoft.com/office/officeart/2005/8/layout/bList2"/>
    <dgm:cxn modelId="{E9FC0CB4-9517-44F7-B85E-55472A3FBBBC}" type="presParOf" srcId="{C7DDA4F7-A4A9-4163-A9FF-BE0DB127CDDC}" destId="{735AE2B4-5C7C-4D32-A138-2005C4D6EED2}" srcOrd="0" destOrd="0" presId="urn:microsoft.com/office/officeart/2005/8/layout/bList2"/>
    <dgm:cxn modelId="{40FD8492-91BA-43A6-AC04-B1956AD98834}" type="presParOf" srcId="{C7DDA4F7-A4A9-4163-A9FF-BE0DB127CDDC}" destId="{DFEA4CBB-307C-42A8-A1A6-35E28264087E}" srcOrd="1" destOrd="0" presId="urn:microsoft.com/office/officeart/2005/8/layout/bList2"/>
    <dgm:cxn modelId="{D68548A5-4A22-4409-9E5A-7533E3C80AC2}" type="presParOf" srcId="{C7DDA4F7-A4A9-4163-A9FF-BE0DB127CDDC}" destId="{6B9B72FE-8463-4031-AD05-D01B525FC818}" srcOrd="2" destOrd="0" presId="urn:microsoft.com/office/officeart/2005/8/layout/bList2"/>
    <dgm:cxn modelId="{AD7AFA5A-7123-4F08-8646-47C98D9ABE6D}" type="presParOf" srcId="{C7DDA4F7-A4A9-4163-A9FF-BE0DB127CDDC}" destId="{35A769C5-F917-421B-AC33-0BCF38C74C65}" srcOrd="3" destOrd="0" presId="urn:microsoft.com/office/officeart/2005/8/layout/bList2"/>
    <dgm:cxn modelId="{E5C56298-EB38-4579-B364-9C91AC95D4E1}" type="presParOf" srcId="{F8A3DE16-96D8-4F89-964C-1F5F149DE77F}" destId="{6B0828D4-BACC-4B5D-9D21-15F8ADDE364C}" srcOrd="3" destOrd="0" presId="urn:microsoft.com/office/officeart/2005/8/layout/bList2"/>
    <dgm:cxn modelId="{BE937F87-44F5-4837-A4D3-77374741612D}" type="presParOf" srcId="{F8A3DE16-96D8-4F89-964C-1F5F149DE77F}" destId="{C00F562D-4B23-459C-8DAE-27D81458B773}" srcOrd="4" destOrd="0" presId="urn:microsoft.com/office/officeart/2005/8/layout/bList2"/>
    <dgm:cxn modelId="{3CCD0761-4E87-4689-90B9-6343FB2665F3}" type="presParOf" srcId="{C00F562D-4B23-459C-8DAE-27D81458B773}" destId="{69EEB100-58EB-4909-8AF8-1A61791D9EFE}" srcOrd="0" destOrd="0" presId="urn:microsoft.com/office/officeart/2005/8/layout/bList2"/>
    <dgm:cxn modelId="{E70E6BA7-76D5-4FDC-8E68-FBBF435B9D66}" type="presParOf" srcId="{C00F562D-4B23-459C-8DAE-27D81458B773}" destId="{984B7652-E6D6-4000-9276-9E0CD9E9497F}" srcOrd="1" destOrd="0" presId="urn:microsoft.com/office/officeart/2005/8/layout/bList2"/>
    <dgm:cxn modelId="{20C3EC6C-41BD-478A-A7EB-FDB7DDC67B9F}" type="presParOf" srcId="{C00F562D-4B23-459C-8DAE-27D81458B773}" destId="{2D460A08-558E-4827-AF8C-4FBDD5B85EFE}" srcOrd="2" destOrd="0" presId="urn:microsoft.com/office/officeart/2005/8/layout/bList2"/>
    <dgm:cxn modelId="{24909BCC-6C32-4004-8D10-A11F28731C51}" type="presParOf" srcId="{C00F562D-4B23-459C-8DAE-27D81458B773}" destId="{79A862E5-AF73-48AD-81F8-DEBF3AA55717}" srcOrd="3" destOrd="0" presId="urn:microsoft.com/office/officeart/2005/8/layout/bList2"/>
    <dgm:cxn modelId="{C7D667BA-1AF8-4489-BEE6-7746240FDEBD}" type="presParOf" srcId="{F8A3DE16-96D8-4F89-964C-1F5F149DE77F}" destId="{F837E6A8-AD92-48C5-AA59-223BB45A6123}" srcOrd="5" destOrd="0" presId="urn:microsoft.com/office/officeart/2005/8/layout/bList2"/>
    <dgm:cxn modelId="{239673FF-2F72-4717-A92C-D5C55C31566A}" type="presParOf" srcId="{F8A3DE16-96D8-4F89-964C-1F5F149DE77F}" destId="{27FC7B63-32DE-4AF8-B882-E09CA8BD23F4}" srcOrd="6" destOrd="0" presId="urn:microsoft.com/office/officeart/2005/8/layout/bList2"/>
    <dgm:cxn modelId="{18AA7CC5-C3F5-4813-B3CD-6AFF44EC6930}" type="presParOf" srcId="{27FC7B63-32DE-4AF8-B882-E09CA8BD23F4}" destId="{F38AA733-C08B-41A6-B5D3-E83A6CE99F38}" srcOrd="0" destOrd="0" presId="urn:microsoft.com/office/officeart/2005/8/layout/bList2"/>
    <dgm:cxn modelId="{3798B6FD-B9FB-425A-AB8C-CA15EC1CDFA4}" type="presParOf" srcId="{27FC7B63-32DE-4AF8-B882-E09CA8BD23F4}" destId="{08C405C2-A902-4B50-BE70-03F1CB4E18B1}" srcOrd="1" destOrd="0" presId="urn:microsoft.com/office/officeart/2005/8/layout/bList2"/>
    <dgm:cxn modelId="{6CEA1ED4-E161-4A8A-AD53-6246B0AF573C}" type="presParOf" srcId="{27FC7B63-32DE-4AF8-B882-E09CA8BD23F4}" destId="{88D1DBCA-313B-41AE-827F-E54054CB9411}" srcOrd="2" destOrd="0" presId="urn:microsoft.com/office/officeart/2005/8/layout/bList2"/>
    <dgm:cxn modelId="{C784F7FB-4603-41D6-8A11-89521BB05C49}" type="presParOf" srcId="{27FC7B63-32DE-4AF8-B882-E09CA8BD23F4}" destId="{64603FB6-01BA-4D8A-8166-97EBC277FB5B}" srcOrd="3" destOrd="0" presId="urn:microsoft.com/office/officeart/2005/8/layout/bList2"/>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FC68D42-1327-42E4-B1E3-AE95BBBC73B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EE0560-02CA-476E-AE6D-2577FA4B94E5}">
      <dgm:prSet/>
      <dgm:spPr/>
      <dgm:t>
        <a:bodyPr/>
        <a:lstStyle/>
        <a:p>
          <a:r>
            <a:rPr lang="en-GB" dirty="0"/>
            <a:t>Defines our overall approach to business continuity</a:t>
          </a:r>
          <a:endParaRPr lang="en-US" dirty="0"/>
        </a:p>
      </dgm:t>
    </dgm:pt>
    <dgm:pt modelId="{AEAB5CB1-CD5A-4056-822D-B217FCB4F0E2}" type="parTrans" cxnId="{44D14338-B5A1-4CF7-840E-A63DFA5F61AE}">
      <dgm:prSet/>
      <dgm:spPr/>
      <dgm:t>
        <a:bodyPr/>
        <a:lstStyle/>
        <a:p>
          <a:endParaRPr lang="en-US"/>
        </a:p>
      </dgm:t>
    </dgm:pt>
    <dgm:pt modelId="{83D68657-6CAA-4312-B125-C41C73553A63}" type="sibTrans" cxnId="{44D14338-B5A1-4CF7-840E-A63DFA5F61AE}">
      <dgm:prSet/>
      <dgm:spPr/>
      <dgm:t>
        <a:bodyPr/>
        <a:lstStyle/>
        <a:p>
          <a:endParaRPr lang="en-US"/>
        </a:p>
      </dgm:t>
    </dgm:pt>
    <dgm:pt modelId="{67F1AD85-B9DD-423B-9431-91D07A696A60}">
      <dgm:prSet/>
      <dgm:spPr/>
      <dgm:t>
        <a:bodyPr/>
        <a:lstStyle/>
        <a:p>
          <a:r>
            <a:rPr lang="en-GB"/>
            <a:t>Describes how objectives are set</a:t>
          </a:r>
          <a:endParaRPr lang="en-US"/>
        </a:p>
      </dgm:t>
    </dgm:pt>
    <dgm:pt modelId="{596D991F-6667-43DD-BB57-ADE4740E0DC6}" type="parTrans" cxnId="{6EB410C6-A755-4FAB-93B9-431CA0DAD590}">
      <dgm:prSet/>
      <dgm:spPr/>
      <dgm:t>
        <a:bodyPr/>
        <a:lstStyle/>
        <a:p>
          <a:endParaRPr lang="en-US"/>
        </a:p>
      </dgm:t>
    </dgm:pt>
    <dgm:pt modelId="{90CF53B8-3E27-45DC-843F-7A8F9A31F4DB}" type="sibTrans" cxnId="{6EB410C6-A755-4FAB-93B9-431CA0DAD590}">
      <dgm:prSet/>
      <dgm:spPr/>
      <dgm:t>
        <a:bodyPr/>
        <a:lstStyle/>
        <a:p>
          <a:endParaRPr lang="en-US"/>
        </a:p>
      </dgm:t>
    </dgm:pt>
    <dgm:pt modelId="{150E47E9-F9D2-4EAE-A28C-60595C293B58}">
      <dgm:prSet/>
      <dgm:spPr/>
      <dgm:t>
        <a:bodyPr/>
        <a:lstStyle/>
        <a:p>
          <a:r>
            <a:rPr lang="en-GB"/>
            <a:t>Sets out our attitude to risk</a:t>
          </a:r>
          <a:endParaRPr lang="en-US"/>
        </a:p>
      </dgm:t>
    </dgm:pt>
    <dgm:pt modelId="{6A926DCA-4283-4EF1-AFA5-3030ED4E7DDD}" type="parTrans" cxnId="{B4FFECED-5310-48A6-9F51-D3FBBEF7E2DD}">
      <dgm:prSet/>
      <dgm:spPr/>
      <dgm:t>
        <a:bodyPr/>
        <a:lstStyle/>
        <a:p>
          <a:endParaRPr lang="en-US"/>
        </a:p>
      </dgm:t>
    </dgm:pt>
    <dgm:pt modelId="{EB3F659F-412D-4994-8424-D94ABFBA3CA8}" type="sibTrans" cxnId="{B4FFECED-5310-48A6-9F51-D3FBBEF7E2DD}">
      <dgm:prSet/>
      <dgm:spPr/>
      <dgm:t>
        <a:bodyPr/>
        <a:lstStyle/>
        <a:p>
          <a:endParaRPr lang="en-US"/>
        </a:p>
      </dgm:t>
    </dgm:pt>
    <dgm:pt modelId="{05C02DB7-97A5-4AC5-AE90-0659C60B78DE}">
      <dgm:prSet/>
      <dgm:spPr/>
      <dgm:t>
        <a:bodyPr/>
        <a:lstStyle/>
        <a:p>
          <a:r>
            <a:rPr lang="en-GB"/>
            <a:t>Explains how we will improve our BCMS</a:t>
          </a:r>
          <a:endParaRPr lang="en-US"/>
        </a:p>
      </dgm:t>
    </dgm:pt>
    <dgm:pt modelId="{D547597E-0A87-4BFF-ADC1-90B7486CD196}" type="parTrans" cxnId="{F2BB777A-A94E-4AFD-934C-331524C00C74}">
      <dgm:prSet/>
      <dgm:spPr/>
      <dgm:t>
        <a:bodyPr/>
        <a:lstStyle/>
        <a:p>
          <a:endParaRPr lang="en-US"/>
        </a:p>
      </dgm:t>
    </dgm:pt>
    <dgm:pt modelId="{574B2D67-CB5E-4332-8DDA-FE1C2F7FE926}" type="sibTrans" cxnId="{F2BB777A-A94E-4AFD-934C-331524C00C74}">
      <dgm:prSet/>
      <dgm:spPr/>
      <dgm:t>
        <a:bodyPr/>
        <a:lstStyle/>
        <a:p>
          <a:endParaRPr lang="en-US"/>
        </a:p>
      </dgm:t>
    </dgm:pt>
    <dgm:pt modelId="{9F8C44AE-D828-414A-9D33-E226BD12B2B5}" type="pres">
      <dgm:prSet presAssocID="{FFC68D42-1327-42E4-B1E3-AE95BBBC73B5}" presName="root" presStyleCnt="0">
        <dgm:presLayoutVars>
          <dgm:dir/>
          <dgm:resizeHandles val="exact"/>
        </dgm:presLayoutVars>
      </dgm:prSet>
      <dgm:spPr/>
    </dgm:pt>
    <dgm:pt modelId="{73F99EC9-CEEC-45E2-9916-20102357130B}" type="pres">
      <dgm:prSet presAssocID="{EDEE0560-02CA-476E-AE6D-2577FA4B94E5}" presName="compNode" presStyleCnt="0"/>
      <dgm:spPr/>
    </dgm:pt>
    <dgm:pt modelId="{A1E6A64C-CCD1-4E29-928D-4880B9DE2A20}" type="pres">
      <dgm:prSet presAssocID="{EDEE0560-02CA-476E-AE6D-2577FA4B94E5}" presName="bgRect" presStyleLbl="bgShp" presStyleIdx="0" presStyleCnt="4"/>
      <dgm:spPr/>
    </dgm:pt>
    <dgm:pt modelId="{58AA75A2-6262-472C-8A96-2A233F92418B}" type="pres">
      <dgm:prSet presAssocID="{EDEE0560-02CA-476E-AE6D-2577FA4B94E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ndshake"/>
        </a:ext>
      </dgm:extLst>
    </dgm:pt>
    <dgm:pt modelId="{A6CB7105-F1E2-4E73-A9AA-19A5825A85B6}" type="pres">
      <dgm:prSet presAssocID="{EDEE0560-02CA-476E-AE6D-2577FA4B94E5}" presName="spaceRect" presStyleCnt="0"/>
      <dgm:spPr/>
    </dgm:pt>
    <dgm:pt modelId="{3826185A-08C3-4AFA-B942-C892740F4B5C}" type="pres">
      <dgm:prSet presAssocID="{EDEE0560-02CA-476E-AE6D-2577FA4B94E5}" presName="parTx" presStyleLbl="revTx" presStyleIdx="0" presStyleCnt="4">
        <dgm:presLayoutVars>
          <dgm:chMax val="0"/>
          <dgm:chPref val="0"/>
        </dgm:presLayoutVars>
      </dgm:prSet>
      <dgm:spPr/>
    </dgm:pt>
    <dgm:pt modelId="{EBF4491F-9173-4FD7-9746-350249826AB8}" type="pres">
      <dgm:prSet presAssocID="{83D68657-6CAA-4312-B125-C41C73553A63}" presName="sibTrans" presStyleCnt="0"/>
      <dgm:spPr/>
    </dgm:pt>
    <dgm:pt modelId="{003EF556-14A8-4D8E-9166-B313DB0926F9}" type="pres">
      <dgm:prSet presAssocID="{67F1AD85-B9DD-423B-9431-91D07A696A60}" presName="compNode" presStyleCnt="0"/>
      <dgm:spPr/>
    </dgm:pt>
    <dgm:pt modelId="{4FB11572-D7A3-4647-A3F1-EC0DB86F1A48}" type="pres">
      <dgm:prSet presAssocID="{67F1AD85-B9DD-423B-9431-91D07A696A60}" presName="bgRect" presStyleLbl="bgShp" presStyleIdx="1" presStyleCnt="4"/>
      <dgm:spPr/>
    </dgm:pt>
    <dgm:pt modelId="{525F06A7-DCED-4042-A826-1994DABB96C5}" type="pres">
      <dgm:prSet presAssocID="{67F1AD85-B9DD-423B-9431-91D07A696A6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llseye"/>
        </a:ext>
      </dgm:extLst>
    </dgm:pt>
    <dgm:pt modelId="{296FD63E-2DF8-407E-A54F-212BF9A9246C}" type="pres">
      <dgm:prSet presAssocID="{67F1AD85-B9DD-423B-9431-91D07A696A60}" presName="spaceRect" presStyleCnt="0"/>
      <dgm:spPr/>
    </dgm:pt>
    <dgm:pt modelId="{8419F06F-1C83-4160-BAD4-0A4B9E8BEF55}" type="pres">
      <dgm:prSet presAssocID="{67F1AD85-B9DD-423B-9431-91D07A696A60}" presName="parTx" presStyleLbl="revTx" presStyleIdx="1" presStyleCnt="4">
        <dgm:presLayoutVars>
          <dgm:chMax val="0"/>
          <dgm:chPref val="0"/>
        </dgm:presLayoutVars>
      </dgm:prSet>
      <dgm:spPr/>
    </dgm:pt>
    <dgm:pt modelId="{33BD2E3B-076A-47FD-86C2-0FD81741E3EC}" type="pres">
      <dgm:prSet presAssocID="{90CF53B8-3E27-45DC-843F-7A8F9A31F4DB}" presName="sibTrans" presStyleCnt="0"/>
      <dgm:spPr/>
    </dgm:pt>
    <dgm:pt modelId="{9E1B7A60-F0AD-4133-B6D5-FBA1DAE15A32}" type="pres">
      <dgm:prSet presAssocID="{150E47E9-F9D2-4EAE-A28C-60595C293B58}" presName="compNode" presStyleCnt="0"/>
      <dgm:spPr/>
    </dgm:pt>
    <dgm:pt modelId="{C86F01B7-8C9B-4475-A35B-3C2D1ADC537F}" type="pres">
      <dgm:prSet presAssocID="{150E47E9-F9D2-4EAE-A28C-60595C293B58}" presName="bgRect" presStyleLbl="bgShp" presStyleIdx="2" presStyleCnt="4"/>
      <dgm:spPr/>
    </dgm:pt>
    <dgm:pt modelId="{FF2279E7-F47A-4CEB-A621-8B5655F3EC42}" type="pres">
      <dgm:prSet presAssocID="{150E47E9-F9D2-4EAE-A28C-60595C293B5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arning"/>
        </a:ext>
      </dgm:extLst>
    </dgm:pt>
    <dgm:pt modelId="{6183CE4E-0DC2-409B-9744-D6E314315490}" type="pres">
      <dgm:prSet presAssocID="{150E47E9-F9D2-4EAE-A28C-60595C293B58}" presName="spaceRect" presStyleCnt="0"/>
      <dgm:spPr/>
    </dgm:pt>
    <dgm:pt modelId="{1E8C4AC7-7C42-428C-A3B6-CE1237410B4E}" type="pres">
      <dgm:prSet presAssocID="{150E47E9-F9D2-4EAE-A28C-60595C293B58}" presName="parTx" presStyleLbl="revTx" presStyleIdx="2" presStyleCnt="4">
        <dgm:presLayoutVars>
          <dgm:chMax val="0"/>
          <dgm:chPref val="0"/>
        </dgm:presLayoutVars>
      </dgm:prSet>
      <dgm:spPr/>
    </dgm:pt>
    <dgm:pt modelId="{3191EFBD-B639-418D-B0D7-F19C659B4DCD}" type="pres">
      <dgm:prSet presAssocID="{EB3F659F-412D-4994-8424-D94ABFBA3CA8}" presName="sibTrans" presStyleCnt="0"/>
      <dgm:spPr/>
    </dgm:pt>
    <dgm:pt modelId="{55D9200C-4208-491A-9C6A-6DAFC5AE351E}" type="pres">
      <dgm:prSet presAssocID="{05C02DB7-97A5-4AC5-AE90-0659C60B78DE}" presName="compNode" presStyleCnt="0"/>
      <dgm:spPr/>
    </dgm:pt>
    <dgm:pt modelId="{81E45318-F68D-42F0-89A9-F73E6AABC726}" type="pres">
      <dgm:prSet presAssocID="{05C02DB7-97A5-4AC5-AE90-0659C60B78DE}" presName="bgRect" presStyleLbl="bgShp" presStyleIdx="3" presStyleCnt="4"/>
      <dgm:spPr/>
    </dgm:pt>
    <dgm:pt modelId="{960448D4-8553-4560-9AF0-D3F41798F031}" type="pres">
      <dgm:prSet presAssocID="{05C02DB7-97A5-4AC5-AE90-0659C60B78D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mark"/>
        </a:ext>
      </dgm:extLst>
    </dgm:pt>
    <dgm:pt modelId="{6786BB71-8D0A-4A6C-B58D-DE7AD54791F5}" type="pres">
      <dgm:prSet presAssocID="{05C02DB7-97A5-4AC5-AE90-0659C60B78DE}" presName="spaceRect" presStyleCnt="0"/>
      <dgm:spPr/>
    </dgm:pt>
    <dgm:pt modelId="{58F58018-30FF-4B4D-9086-AB28E3ED4B02}" type="pres">
      <dgm:prSet presAssocID="{05C02DB7-97A5-4AC5-AE90-0659C60B78DE}" presName="parTx" presStyleLbl="revTx" presStyleIdx="3" presStyleCnt="4">
        <dgm:presLayoutVars>
          <dgm:chMax val="0"/>
          <dgm:chPref val="0"/>
        </dgm:presLayoutVars>
      </dgm:prSet>
      <dgm:spPr/>
    </dgm:pt>
  </dgm:ptLst>
  <dgm:cxnLst>
    <dgm:cxn modelId="{C738E00A-96D7-433B-9718-4C807FF945FF}" type="presOf" srcId="{67F1AD85-B9DD-423B-9431-91D07A696A60}" destId="{8419F06F-1C83-4160-BAD4-0A4B9E8BEF55}" srcOrd="0" destOrd="0" presId="urn:microsoft.com/office/officeart/2018/2/layout/IconVerticalSolidList"/>
    <dgm:cxn modelId="{E8E55611-0AAB-4CE2-AA24-ED1550C07B04}" type="presOf" srcId="{EDEE0560-02CA-476E-AE6D-2577FA4B94E5}" destId="{3826185A-08C3-4AFA-B942-C892740F4B5C}" srcOrd="0" destOrd="0" presId="urn:microsoft.com/office/officeart/2018/2/layout/IconVerticalSolidList"/>
    <dgm:cxn modelId="{44D14338-B5A1-4CF7-840E-A63DFA5F61AE}" srcId="{FFC68D42-1327-42E4-B1E3-AE95BBBC73B5}" destId="{EDEE0560-02CA-476E-AE6D-2577FA4B94E5}" srcOrd="0" destOrd="0" parTransId="{AEAB5CB1-CD5A-4056-822D-B217FCB4F0E2}" sibTransId="{83D68657-6CAA-4312-B125-C41C73553A63}"/>
    <dgm:cxn modelId="{67379E6D-F33C-4086-AF53-644B24E81874}" type="presOf" srcId="{05C02DB7-97A5-4AC5-AE90-0659C60B78DE}" destId="{58F58018-30FF-4B4D-9086-AB28E3ED4B02}" srcOrd="0" destOrd="0" presId="urn:microsoft.com/office/officeart/2018/2/layout/IconVerticalSolidList"/>
    <dgm:cxn modelId="{F2BB777A-A94E-4AFD-934C-331524C00C74}" srcId="{FFC68D42-1327-42E4-B1E3-AE95BBBC73B5}" destId="{05C02DB7-97A5-4AC5-AE90-0659C60B78DE}" srcOrd="3" destOrd="0" parTransId="{D547597E-0A87-4BFF-ADC1-90B7486CD196}" sibTransId="{574B2D67-CB5E-4332-8DDA-FE1C2F7FE926}"/>
    <dgm:cxn modelId="{2BADBBA0-9FED-44F6-B7C2-AA1E060D280C}" type="presOf" srcId="{150E47E9-F9D2-4EAE-A28C-60595C293B58}" destId="{1E8C4AC7-7C42-428C-A3B6-CE1237410B4E}" srcOrd="0" destOrd="0" presId="urn:microsoft.com/office/officeart/2018/2/layout/IconVerticalSolidList"/>
    <dgm:cxn modelId="{6EB410C6-A755-4FAB-93B9-431CA0DAD590}" srcId="{FFC68D42-1327-42E4-B1E3-AE95BBBC73B5}" destId="{67F1AD85-B9DD-423B-9431-91D07A696A60}" srcOrd="1" destOrd="0" parTransId="{596D991F-6667-43DD-BB57-ADE4740E0DC6}" sibTransId="{90CF53B8-3E27-45DC-843F-7A8F9A31F4DB}"/>
    <dgm:cxn modelId="{1A37B1E0-F3F7-49F7-A371-031AE3CE34C8}" type="presOf" srcId="{FFC68D42-1327-42E4-B1E3-AE95BBBC73B5}" destId="{9F8C44AE-D828-414A-9D33-E226BD12B2B5}" srcOrd="0" destOrd="0" presId="urn:microsoft.com/office/officeart/2018/2/layout/IconVerticalSolidList"/>
    <dgm:cxn modelId="{B4FFECED-5310-48A6-9F51-D3FBBEF7E2DD}" srcId="{FFC68D42-1327-42E4-B1E3-AE95BBBC73B5}" destId="{150E47E9-F9D2-4EAE-A28C-60595C293B58}" srcOrd="2" destOrd="0" parTransId="{6A926DCA-4283-4EF1-AFA5-3030ED4E7DDD}" sibTransId="{EB3F659F-412D-4994-8424-D94ABFBA3CA8}"/>
    <dgm:cxn modelId="{0ACE0556-F8F5-45F5-884A-4B51AC16F56B}" type="presParOf" srcId="{9F8C44AE-D828-414A-9D33-E226BD12B2B5}" destId="{73F99EC9-CEEC-45E2-9916-20102357130B}" srcOrd="0" destOrd="0" presId="urn:microsoft.com/office/officeart/2018/2/layout/IconVerticalSolidList"/>
    <dgm:cxn modelId="{BA436981-F6BA-4F43-B4C7-A75B00DA477B}" type="presParOf" srcId="{73F99EC9-CEEC-45E2-9916-20102357130B}" destId="{A1E6A64C-CCD1-4E29-928D-4880B9DE2A20}" srcOrd="0" destOrd="0" presId="urn:microsoft.com/office/officeart/2018/2/layout/IconVerticalSolidList"/>
    <dgm:cxn modelId="{E1E971B5-A4B1-4443-A554-DA068AF9CDE6}" type="presParOf" srcId="{73F99EC9-CEEC-45E2-9916-20102357130B}" destId="{58AA75A2-6262-472C-8A96-2A233F92418B}" srcOrd="1" destOrd="0" presId="urn:microsoft.com/office/officeart/2018/2/layout/IconVerticalSolidList"/>
    <dgm:cxn modelId="{48407718-847B-4B1B-8FF0-CEFC19CF88E8}" type="presParOf" srcId="{73F99EC9-CEEC-45E2-9916-20102357130B}" destId="{A6CB7105-F1E2-4E73-A9AA-19A5825A85B6}" srcOrd="2" destOrd="0" presId="urn:microsoft.com/office/officeart/2018/2/layout/IconVerticalSolidList"/>
    <dgm:cxn modelId="{3C83105B-2CB8-4397-843E-5C596FF0D393}" type="presParOf" srcId="{73F99EC9-CEEC-45E2-9916-20102357130B}" destId="{3826185A-08C3-4AFA-B942-C892740F4B5C}" srcOrd="3" destOrd="0" presId="urn:microsoft.com/office/officeart/2018/2/layout/IconVerticalSolidList"/>
    <dgm:cxn modelId="{EABDFC45-14CE-4D20-985B-EA5239880677}" type="presParOf" srcId="{9F8C44AE-D828-414A-9D33-E226BD12B2B5}" destId="{EBF4491F-9173-4FD7-9746-350249826AB8}" srcOrd="1" destOrd="0" presId="urn:microsoft.com/office/officeart/2018/2/layout/IconVerticalSolidList"/>
    <dgm:cxn modelId="{9C6A9E24-EB13-4B06-9833-0D8BDF144840}" type="presParOf" srcId="{9F8C44AE-D828-414A-9D33-E226BD12B2B5}" destId="{003EF556-14A8-4D8E-9166-B313DB0926F9}" srcOrd="2" destOrd="0" presId="urn:microsoft.com/office/officeart/2018/2/layout/IconVerticalSolidList"/>
    <dgm:cxn modelId="{CDEBDD6C-B677-4703-9B5F-591ACB5783A2}" type="presParOf" srcId="{003EF556-14A8-4D8E-9166-B313DB0926F9}" destId="{4FB11572-D7A3-4647-A3F1-EC0DB86F1A48}" srcOrd="0" destOrd="0" presId="urn:microsoft.com/office/officeart/2018/2/layout/IconVerticalSolidList"/>
    <dgm:cxn modelId="{7EA6C18E-D89D-4FB7-9A38-CE2877E6EC91}" type="presParOf" srcId="{003EF556-14A8-4D8E-9166-B313DB0926F9}" destId="{525F06A7-DCED-4042-A826-1994DABB96C5}" srcOrd="1" destOrd="0" presId="urn:microsoft.com/office/officeart/2018/2/layout/IconVerticalSolidList"/>
    <dgm:cxn modelId="{96A1A32F-BF6D-40E0-AD1A-756B6F48A646}" type="presParOf" srcId="{003EF556-14A8-4D8E-9166-B313DB0926F9}" destId="{296FD63E-2DF8-407E-A54F-212BF9A9246C}" srcOrd="2" destOrd="0" presId="urn:microsoft.com/office/officeart/2018/2/layout/IconVerticalSolidList"/>
    <dgm:cxn modelId="{57637AD1-D731-43A5-9C9B-6C9285B31C40}" type="presParOf" srcId="{003EF556-14A8-4D8E-9166-B313DB0926F9}" destId="{8419F06F-1C83-4160-BAD4-0A4B9E8BEF55}" srcOrd="3" destOrd="0" presId="urn:microsoft.com/office/officeart/2018/2/layout/IconVerticalSolidList"/>
    <dgm:cxn modelId="{3CAC6099-DC81-4C69-A2AE-3F2374F22989}" type="presParOf" srcId="{9F8C44AE-D828-414A-9D33-E226BD12B2B5}" destId="{33BD2E3B-076A-47FD-86C2-0FD81741E3EC}" srcOrd="3" destOrd="0" presId="urn:microsoft.com/office/officeart/2018/2/layout/IconVerticalSolidList"/>
    <dgm:cxn modelId="{81441872-8E32-44DA-B059-726CD97ADECA}" type="presParOf" srcId="{9F8C44AE-D828-414A-9D33-E226BD12B2B5}" destId="{9E1B7A60-F0AD-4133-B6D5-FBA1DAE15A32}" srcOrd="4" destOrd="0" presId="urn:microsoft.com/office/officeart/2018/2/layout/IconVerticalSolidList"/>
    <dgm:cxn modelId="{00EAF4ED-0D34-4103-B6AB-32B8693A1802}" type="presParOf" srcId="{9E1B7A60-F0AD-4133-B6D5-FBA1DAE15A32}" destId="{C86F01B7-8C9B-4475-A35B-3C2D1ADC537F}" srcOrd="0" destOrd="0" presId="urn:microsoft.com/office/officeart/2018/2/layout/IconVerticalSolidList"/>
    <dgm:cxn modelId="{B62A3DD3-0173-47EE-AB6E-AFC692F568AB}" type="presParOf" srcId="{9E1B7A60-F0AD-4133-B6D5-FBA1DAE15A32}" destId="{FF2279E7-F47A-4CEB-A621-8B5655F3EC42}" srcOrd="1" destOrd="0" presId="urn:microsoft.com/office/officeart/2018/2/layout/IconVerticalSolidList"/>
    <dgm:cxn modelId="{119EC958-220F-41D9-98D3-4E456EED4A7C}" type="presParOf" srcId="{9E1B7A60-F0AD-4133-B6D5-FBA1DAE15A32}" destId="{6183CE4E-0DC2-409B-9744-D6E314315490}" srcOrd="2" destOrd="0" presId="urn:microsoft.com/office/officeart/2018/2/layout/IconVerticalSolidList"/>
    <dgm:cxn modelId="{C24C7603-E5A4-47AF-BCA3-324C80F2A7A5}" type="presParOf" srcId="{9E1B7A60-F0AD-4133-B6D5-FBA1DAE15A32}" destId="{1E8C4AC7-7C42-428C-A3B6-CE1237410B4E}" srcOrd="3" destOrd="0" presId="urn:microsoft.com/office/officeart/2018/2/layout/IconVerticalSolidList"/>
    <dgm:cxn modelId="{9C369D8B-BBF4-4325-8195-C913E6BF2734}" type="presParOf" srcId="{9F8C44AE-D828-414A-9D33-E226BD12B2B5}" destId="{3191EFBD-B639-418D-B0D7-F19C659B4DCD}" srcOrd="5" destOrd="0" presId="urn:microsoft.com/office/officeart/2018/2/layout/IconVerticalSolidList"/>
    <dgm:cxn modelId="{F8B85EE6-D65E-4818-A9F8-2AF362D6DC2C}" type="presParOf" srcId="{9F8C44AE-D828-414A-9D33-E226BD12B2B5}" destId="{55D9200C-4208-491A-9C6A-6DAFC5AE351E}" srcOrd="6" destOrd="0" presId="urn:microsoft.com/office/officeart/2018/2/layout/IconVerticalSolidList"/>
    <dgm:cxn modelId="{3C6BED83-FC30-483C-AD72-352FA84E2EB2}" type="presParOf" srcId="{55D9200C-4208-491A-9C6A-6DAFC5AE351E}" destId="{81E45318-F68D-42F0-89A9-F73E6AABC726}" srcOrd="0" destOrd="0" presId="urn:microsoft.com/office/officeart/2018/2/layout/IconVerticalSolidList"/>
    <dgm:cxn modelId="{8FED0981-26F9-4070-914C-DA36C26335CD}" type="presParOf" srcId="{55D9200C-4208-491A-9C6A-6DAFC5AE351E}" destId="{960448D4-8553-4560-9AF0-D3F41798F031}" srcOrd="1" destOrd="0" presId="urn:microsoft.com/office/officeart/2018/2/layout/IconVerticalSolidList"/>
    <dgm:cxn modelId="{25BA8C22-D1CA-4944-81DD-57C5BF4AA292}" type="presParOf" srcId="{55D9200C-4208-491A-9C6A-6DAFC5AE351E}" destId="{6786BB71-8D0A-4A6C-B58D-DE7AD54791F5}" srcOrd="2" destOrd="0" presId="urn:microsoft.com/office/officeart/2018/2/layout/IconVerticalSolidList"/>
    <dgm:cxn modelId="{B078F81D-1B24-42DA-AD41-828AC5FD889E}" type="presParOf" srcId="{55D9200C-4208-491A-9C6A-6DAFC5AE351E}" destId="{58F58018-30FF-4B4D-9086-AB28E3ED4B02}"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E592C25-47B2-44B0-81E2-34D7309A1B25}" type="doc">
      <dgm:prSet loTypeId="urn:microsoft.com/office/officeart/2005/8/layout/pList1" loCatId="picture" qsTypeId="urn:microsoft.com/office/officeart/2005/8/quickstyle/simple1" qsCatId="simple" csTypeId="urn:microsoft.com/office/officeart/2005/8/colors/accent1_2" csCatId="accent1" phldr="1"/>
      <dgm:spPr/>
      <dgm:t>
        <a:bodyPr/>
        <a:lstStyle/>
        <a:p>
          <a:endParaRPr lang="en-GB"/>
        </a:p>
      </dgm:t>
    </dgm:pt>
    <dgm:pt modelId="{31CA0D05-3666-4501-ABE0-AB1EE2A9320E}">
      <dgm:prSet phldrT="[Text]"/>
      <dgm:spPr/>
      <dgm:t>
        <a:bodyPr/>
        <a:lstStyle/>
        <a:p>
          <a:r>
            <a:rPr lang="en-GB" dirty="0">
              <a:latin typeface="Karla" panose="020B0604020202020204" charset="0"/>
              <a:cs typeface="Arial" panose="020B0604020202020204" pitchFamily="34" charset="0"/>
            </a:rPr>
            <a:t>Complying with policy</a:t>
          </a:r>
          <a:endParaRPr lang="en-GB" dirty="0"/>
        </a:p>
      </dgm:t>
    </dgm:pt>
    <dgm:pt modelId="{D4631113-A9F8-45A9-A497-7C08C7E000C2}" type="parTrans" cxnId="{573185E8-70C4-4436-9653-83494C452D38}">
      <dgm:prSet/>
      <dgm:spPr/>
      <dgm:t>
        <a:bodyPr/>
        <a:lstStyle/>
        <a:p>
          <a:endParaRPr lang="en-GB"/>
        </a:p>
      </dgm:t>
    </dgm:pt>
    <dgm:pt modelId="{076F1ADF-50C7-4AF0-BD56-13117E8A4B56}" type="sibTrans" cxnId="{573185E8-70C4-4436-9653-83494C452D38}">
      <dgm:prSet/>
      <dgm:spPr/>
      <dgm:t>
        <a:bodyPr/>
        <a:lstStyle/>
        <a:p>
          <a:endParaRPr lang="en-GB"/>
        </a:p>
      </dgm:t>
    </dgm:pt>
    <dgm:pt modelId="{85AB03E9-CF84-4301-A65F-717FBA681A7D}">
      <dgm:prSet phldrT="[Text]"/>
      <dgm:spPr/>
      <dgm:t>
        <a:bodyPr/>
        <a:lstStyle/>
        <a:p>
          <a:r>
            <a:rPr lang="en-GB" dirty="0">
              <a:latin typeface="Karla" panose="020B0604020202020204" charset="0"/>
              <a:cs typeface="Arial" panose="020B0604020202020204" pitchFamily="34" charset="0"/>
            </a:rPr>
            <a:t>Reducing risk</a:t>
          </a:r>
          <a:endParaRPr lang="en-GB" dirty="0"/>
        </a:p>
      </dgm:t>
    </dgm:pt>
    <dgm:pt modelId="{EAC33AB8-181E-449C-A2C9-7CEC71C2BF87}" type="parTrans" cxnId="{97376BF2-49C1-4A19-9451-1D02A07F44F6}">
      <dgm:prSet/>
      <dgm:spPr/>
      <dgm:t>
        <a:bodyPr/>
        <a:lstStyle/>
        <a:p>
          <a:endParaRPr lang="en-GB"/>
        </a:p>
      </dgm:t>
    </dgm:pt>
    <dgm:pt modelId="{AE6125C0-64A2-4945-8B81-0D45445F3A77}" type="sibTrans" cxnId="{97376BF2-49C1-4A19-9451-1D02A07F44F6}">
      <dgm:prSet/>
      <dgm:spPr/>
      <dgm:t>
        <a:bodyPr/>
        <a:lstStyle/>
        <a:p>
          <a:endParaRPr lang="en-GB"/>
        </a:p>
      </dgm:t>
    </dgm:pt>
    <dgm:pt modelId="{AA8853DA-1F72-4302-AFCC-9DC5E0E7600E}">
      <dgm:prSet phldrT="[Text]"/>
      <dgm:spPr/>
      <dgm:t>
        <a:bodyPr/>
        <a:lstStyle/>
        <a:p>
          <a:r>
            <a:rPr lang="en-GB" dirty="0">
              <a:latin typeface="Karla" panose="020B0604020202020204" charset="0"/>
              <a:cs typeface="Arial" panose="020B0604020202020204" pitchFamily="34" charset="0"/>
            </a:rPr>
            <a:t>Flagging changes</a:t>
          </a:r>
          <a:endParaRPr lang="en-GB" dirty="0"/>
        </a:p>
      </dgm:t>
    </dgm:pt>
    <dgm:pt modelId="{C024CEFE-67B0-4AF2-9AB6-C398F94DA35B}" type="parTrans" cxnId="{12FAD1B6-6170-412C-940E-F85E509216AA}">
      <dgm:prSet/>
      <dgm:spPr/>
      <dgm:t>
        <a:bodyPr/>
        <a:lstStyle/>
        <a:p>
          <a:endParaRPr lang="en-GB"/>
        </a:p>
      </dgm:t>
    </dgm:pt>
    <dgm:pt modelId="{6A032C25-ACFE-4A11-ABE8-8E045680EEB6}" type="sibTrans" cxnId="{12FAD1B6-6170-412C-940E-F85E509216AA}">
      <dgm:prSet/>
      <dgm:spPr/>
      <dgm:t>
        <a:bodyPr/>
        <a:lstStyle/>
        <a:p>
          <a:endParaRPr lang="en-GB"/>
        </a:p>
      </dgm:t>
    </dgm:pt>
    <dgm:pt modelId="{28C65A0E-8D7A-4ABC-931C-6C0BA858D552}">
      <dgm:prSet phldrT="[Text]"/>
      <dgm:spPr/>
      <dgm:t>
        <a:bodyPr/>
        <a:lstStyle/>
        <a:p>
          <a:r>
            <a:rPr lang="en-GB" dirty="0">
              <a:latin typeface="Karla" panose="020B0604020202020204" charset="0"/>
              <a:cs typeface="Arial" panose="020B0604020202020204" pitchFamily="34" charset="0"/>
            </a:rPr>
            <a:t>Detecting incidents</a:t>
          </a:r>
          <a:endParaRPr lang="en-GB" dirty="0"/>
        </a:p>
      </dgm:t>
    </dgm:pt>
    <dgm:pt modelId="{177716E7-6835-4605-88C8-2B3195D0C888}" type="parTrans" cxnId="{665DC843-09C8-4BF1-8DE4-F34C9C6C148B}">
      <dgm:prSet/>
      <dgm:spPr/>
      <dgm:t>
        <a:bodyPr/>
        <a:lstStyle/>
        <a:p>
          <a:endParaRPr lang="en-GB"/>
        </a:p>
      </dgm:t>
    </dgm:pt>
    <dgm:pt modelId="{46DDBC0F-879D-4842-8B3D-812019A539A3}" type="sibTrans" cxnId="{665DC843-09C8-4BF1-8DE4-F34C9C6C148B}">
      <dgm:prSet/>
      <dgm:spPr/>
      <dgm:t>
        <a:bodyPr/>
        <a:lstStyle/>
        <a:p>
          <a:endParaRPr lang="en-GB"/>
        </a:p>
      </dgm:t>
    </dgm:pt>
    <dgm:pt modelId="{6648D029-7273-4A95-9521-88EF3E0DBD4A}">
      <dgm:prSet phldrT="[Text]"/>
      <dgm:spPr/>
      <dgm:t>
        <a:bodyPr/>
        <a:lstStyle/>
        <a:p>
          <a:r>
            <a:rPr lang="en-GB" dirty="0">
              <a:latin typeface="Karla" panose="020B0604020202020204" charset="0"/>
              <a:cs typeface="Arial" panose="020B0604020202020204" pitchFamily="34" charset="0"/>
            </a:rPr>
            <a:t>Following procedures</a:t>
          </a:r>
          <a:endParaRPr lang="en-GB" dirty="0"/>
        </a:p>
      </dgm:t>
    </dgm:pt>
    <dgm:pt modelId="{7684AC73-FE32-487A-9ACB-A9FE192C5825}" type="parTrans" cxnId="{6AAE81DF-C24F-4DCE-B94F-79F6505C2AA1}">
      <dgm:prSet/>
      <dgm:spPr/>
      <dgm:t>
        <a:bodyPr/>
        <a:lstStyle/>
        <a:p>
          <a:endParaRPr lang="en-GB"/>
        </a:p>
      </dgm:t>
    </dgm:pt>
    <dgm:pt modelId="{CFD21BA0-9D83-4331-A408-40CFDB9448D6}" type="sibTrans" cxnId="{6AAE81DF-C24F-4DCE-B94F-79F6505C2AA1}">
      <dgm:prSet/>
      <dgm:spPr/>
      <dgm:t>
        <a:bodyPr/>
        <a:lstStyle/>
        <a:p>
          <a:endParaRPr lang="en-GB"/>
        </a:p>
      </dgm:t>
    </dgm:pt>
    <dgm:pt modelId="{A19A42B0-0651-4AE1-8A39-7BD183558202}">
      <dgm:prSet phldrT="[Text]"/>
      <dgm:spPr/>
      <dgm:t>
        <a:bodyPr/>
        <a:lstStyle/>
        <a:p>
          <a:r>
            <a:rPr lang="en-GB" dirty="0">
              <a:latin typeface="Karla" panose="020B0604020202020204" charset="0"/>
              <a:cs typeface="Arial" panose="020B0604020202020204" pitchFamily="34" charset="0"/>
            </a:rPr>
            <a:t>Exercising and testing</a:t>
          </a:r>
          <a:endParaRPr lang="en-GB" dirty="0"/>
        </a:p>
      </dgm:t>
    </dgm:pt>
    <dgm:pt modelId="{D87113D4-FED2-4B4C-87AC-6275ED32F916}" type="parTrans" cxnId="{744F22CF-87F9-46CE-8D1C-54FC21BC190B}">
      <dgm:prSet/>
      <dgm:spPr/>
      <dgm:t>
        <a:bodyPr/>
        <a:lstStyle/>
        <a:p>
          <a:endParaRPr lang="en-GB"/>
        </a:p>
      </dgm:t>
    </dgm:pt>
    <dgm:pt modelId="{67CDD842-5DF0-4A9E-A38E-D0959AAC9FD4}" type="sibTrans" cxnId="{744F22CF-87F9-46CE-8D1C-54FC21BC190B}">
      <dgm:prSet/>
      <dgm:spPr/>
      <dgm:t>
        <a:bodyPr/>
        <a:lstStyle/>
        <a:p>
          <a:endParaRPr lang="en-GB"/>
        </a:p>
      </dgm:t>
    </dgm:pt>
    <dgm:pt modelId="{6F488F03-1DCD-4997-A7A7-01EFBFA82A43}" type="pres">
      <dgm:prSet presAssocID="{1E592C25-47B2-44B0-81E2-34D7309A1B25}" presName="Name0" presStyleCnt="0">
        <dgm:presLayoutVars>
          <dgm:dir/>
          <dgm:resizeHandles val="exact"/>
        </dgm:presLayoutVars>
      </dgm:prSet>
      <dgm:spPr/>
    </dgm:pt>
    <dgm:pt modelId="{9D535955-7F53-483A-80D8-CC49A935398E}" type="pres">
      <dgm:prSet presAssocID="{31CA0D05-3666-4501-ABE0-AB1EE2A9320E}" presName="compNode" presStyleCnt="0"/>
      <dgm:spPr/>
    </dgm:pt>
    <dgm:pt modelId="{59F7880D-5ABB-41C4-9CC7-4182733B9EFD}" type="pres">
      <dgm:prSet presAssocID="{31CA0D05-3666-4501-ABE0-AB1EE2A9320E}" presName="pictRect" presStyleLbl="node1" presStyleIdx="0" presStyleCnt="6"/>
      <dgm:spPr>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l="-486" t="-15693" r="486" b="-77823"/>
          </a:stretch>
        </a:blipFill>
      </dgm:spPr>
    </dgm:pt>
    <dgm:pt modelId="{092D55CA-9B2D-4E30-80A0-1088E35C9222}" type="pres">
      <dgm:prSet presAssocID="{31CA0D05-3666-4501-ABE0-AB1EE2A9320E}" presName="textRect" presStyleLbl="revTx" presStyleIdx="0" presStyleCnt="6">
        <dgm:presLayoutVars>
          <dgm:bulletEnabled val="1"/>
        </dgm:presLayoutVars>
      </dgm:prSet>
      <dgm:spPr/>
    </dgm:pt>
    <dgm:pt modelId="{EAE94A03-4D89-44D2-9F01-B2766AAD7F92}" type="pres">
      <dgm:prSet presAssocID="{076F1ADF-50C7-4AF0-BD56-13117E8A4B56}" presName="sibTrans" presStyleLbl="sibTrans2D1" presStyleIdx="0" presStyleCnt="0"/>
      <dgm:spPr/>
    </dgm:pt>
    <dgm:pt modelId="{E0EAA386-60F9-4651-94EB-46ACC03DBD58}" type="pres">
      <dgm:prSet presAssocID="{85AB03E9-CF84-4301-A65F-717FBA681A7D}" presName="compNode" presStyleCnt="0"/>
      <dgm:spPr/>
    </dgm:pt>
    <dgm:pt modelId="{AB8C3C0D-68F7-495C-87F8-8D8F5F87DE36}" type="pres">
      <dgm:prSet presAssocID="{85AB03E9-CF84-4301-A65F-717FBA681A7D}" presName="pictRect" presStyleLbl="node1" presStyleIdx="1" presStyleCnt="6"/>
      <dgm:spPr>
        <a:blipFill>
          <a:blip xmlns:r="http://schemas.openxmlformats.org/officeDocument/2006/relationships" r:embed="rId2">
            <a:extLst>
              <a:ext uri="{28A0092B-C50C-407E-A947-70E740481C1C}">
                <a14:useLocalDpi xmlns:a14="http://schemas.microsoft.com/office/drawing/2010/main" val="0"/>
              </a:ext>
            </a:extLst>
          </a:blip>
          <a:srcRect/>
          <a:stretch>
            <a:fillRect l="-2000" r="-2000"/>
          </a:stretch>
        </a:blipFill>
      </dgm:spPr>
    </dgm:pt>
    <dgm:pt modelId="{5E2A565C-B57E-4E1F-96C0-10D4037B408A}" type="pres">
      <dgm:prSet presAssocID="{85AB03E9-CF84-4301-A65F-717FBA681A7D}" presName="textRect" presStyleLbl="revTx" presStyleIdx="1" presStyleCnt="6">
        <dgm:presLayoutVars>
          <dgm:bulletEnabled val="1"/>
        </dgm:presLayoutVars>
      </dgm:prSet>
      <dgm:spPr/>
    </dgm:pt>
    <dgm:pt modelId="{82340036-88E4-470F-ABA4-FED690BB4E05}" type="pres">
      <dgm:prSet presAssocID="{AE6125C0-64A2-4945-8B81-0D45445F3A77}" presName="sibTrans" presStyleLbl="sibTrans2D1" presStyleIdx="0" presStyleCnt="0"/>
      <dgm:spPr/>
    </dgm:pt>
    <dgm:pt modelId="{26DAEFDB-D7DD-4694-969F-77ED4A0A42E8}" type="pres">
      <dgm:prSet presAssocID="{AA8853DA-1F72-4302-AFCC-9DC5E0E7600E}" presName="compNode" presStyleCnt="0"/>
      <dgm:spPr/>
    </dgm:pt>
    <dgm:pt modelId="{248FBC2E-6B10-4EAB-A425-D5EBE04FCEF2}" type="pres">
      <dgm:prSet presAssocID="{AA8853DA-1F72-4302-AFCC-9DC5E0E7600E}" presName="pictRect" presStyleLbl="node1" presStyleIdx="2" presStyleCnt="6"/>
      <dgm:spPr>
        <a:blipFill dpi="0" rotWithShape="1">
          <a:blip xmlns:r="http://schemas.openxmlformats.org/officeDocument/2006/relationships" r:embed="rId3">
            <a:extLst>
              <a:ext uri="{28A0092B-C50C-407E-A947-70E740481C1C}">
                <a14:useLocalDpi xmlns:a14="http://schemas.microsoft.com/office/drawing/2010/main" val="0"/>
              </a:ext>
            </a:extLst>
          </a:blip>
          <a:srcRect/>
          <a:stretch>
            <a:fillRect l="-8972" t="-10166" r="-15876" b="-10636"/>
          </a:stretch>
        </a:blipFill>
      </dgm:spPr>
    </dgm:pt>
    <dgm:pt modelId="{81C84FF5-E7D5-4674-ABD3-3369CACE7B92}" type="pres">
      <dgm:prSet presAssocID="{AA8853DA-1F72-4302-AFCC-9DC5E0E7600E}" presName="textRect" presStyleLbl="revTx" presStyleIdx="2" presStyleCnt="6">
        <dgm:presLayoutVars>
          <dgm:bulletEnabled val="1"/>
        </dgm:presLayoutVars>
      </dgm:prSet>
      <dgm:spPr/>
    </dgm:pt>
    <dgm:pt modelId="{CE18846C-895A-4D5F-8EBF-20831F337A66}" type="pres">
      <dgm:prSet presAssocID="{6A032C25-ACFE-4A11-ABE8-8E045680EEB6}" presName="sibTrans" presStyleLbl="sibTrans2D1" presStyleIdx="0" presStyleCnt="0"/>
      <dgm:spPr/>
    </dgm:pt>
    <dgm:pt modelId="{504E3B91-5722-4E22-89B0-32586EBA686E}" type="pres">
      <dgm:prSet presAssocID="{28C65A0E-8D7A-4ABC-931C-6C0BA858D552}" presName="compNode" presStyleCnt="0"/>
      <dgm:spPr/>
    </dgm:pt>
    <dgm:pt modelId="{8B554141-7BB0-4350-9E06-D9DB72D6BADA}" type="pres">
      <dgm:prSet presAssocID="{28C65A0E-8D7A-4ABC-931C-6C0BA858D552}" presName="pictRect" presStyleLbl="node1" presStyleIdx="3" presStyleCnt="6"/>
      <dgm:spPr>
        <a:blipFill>
          <a:blip xmlns:r="http://schemas.openxmlformats.org/officeDocument/2006/relationships" r:embed="rId4">
            <a:extLst>
              <a:ext uri="{28A0092B-C50C-407E-A947-70E740481C1C}">
                <a14:useLocalDpi xmlns:a14="http://schemas.microsoft.com/office/drawing/2010/main" val="0"/>
              </a:ext>
            </a:extLst>
          </a:blip>
          <a:srcRect/>
          <a:stretch>
            <a:fillRect l="-2000" r="-2000"/>
          </a:stretch>
        </a:blipFill>
      </dgm:spPr>
    </dgm:pt>
    <dgm:pt modelId="{A0FCDB20-3855-4064-88A0-07EE42D74150}" type="pres">
      <dgm:prSet presAssocID="{28C65A0E-8D7A-4ABC-931C-6C0BA858D552}" presName="textRect" presStyleLbl="revTx" presStyleIdx="3" presStyleCnt="6">
        <dgm:presLayoutVars>
          <dgm:bulletEnabled val="1"/>
        </dgm:presLayoutVars>
      </dgm:prSet>
      <dgm:spPr/>
    </dgm:pt>
    <dgm:pt modelId="{D7AC321F-88EB-49CC-B47A-2D089E3BFDE1}" type="pres">
      <dgm:prSet presAssocID="{46DDBC0F-879D-4842-8B3D-812019A539A3}" presName="sibTrans" presStyleLbl="sibTrans2D1" presStyleIdx="0" presStyleCnt="0"/>
      <dgm:spPr/>
    </dgm:pt>
    <dgm:pt modelId="{A8E3F9C3-12AD-4247-A5AD-BC51D2DD4294}" type="pres">
      <dgm:prSet presAssocID="{6648D029-7273-4A95-9521-88EF3E0DBD4A}" presName="compNode" presStyleCnt="0"/>
      <dgm:spPr/>
    </dgm:pt>
    <dgm:pt modelId="{61ECE881-8404-4223-A742-A4F60FFF5759}" type="pres">
      <dgm:prSet presAssocID="{6648D029-7273-4A95-9521-88EF3E0DBD4A}" presName="pictRect" presStyleLbl="node1" presStyleIdx="4" presStyleCnt="6"/>
      <dgm:spPr>
        <a:blipFill dpi="0" rotWithShape="1">
          <a:blip xmlns:r="http://schemas.openxmlformats.org/officeDocument/2006/relationships" r:embed="rId5">
            <a:extLst>
              <a:ext uri="{28A0092B-C50C-407E-A947-70E740481C1C}">
                <a14:useLocalDpi xmlns:a14="http://schemas.microsoft.com/office/drawing/2010/main" val="0"/>
              </a:ext>
            </a:extLst>
          </a:blip>
          <a:srcRect/>
          <a:stretch>
            <a:fillRect l="-11279" r="-570" b="-10590"/>
          </a:stretch>
        </a:blipFill>
      </dgm:spPr>
    </dgm:pt>
    <dgm:pt modelId="{E9A3E2E5-E05B-49B9-82EC-44158216F58E}" type="pres">
      <dgm:prSet presAssocID="{6648D029-7273-4A95-9521-88EF3E0DBD4A}" presName="textRect" presStyleLbl="revTx" presStyleIdx="4" presStyleCnt="6">
        <dgm:presLayoutVars>
          <dgm:bulletEnabled val="1"/>
        </dgm:presLayoutVars>
      </dgm:prSet>
      <dgm:spPr/>
    </dgm:pt>
    <dgm:pt modelId="{0F5879BE-9372-4EEF-B7A5-EAF21D0877CE}" type="pres">
      <dgm:prSet presAssocID="{CFD21BA0-9D83-4331-A408-40CFDB9448D6}" presName="sibTrans" presStyleLbl="sibTrans2D1" presStyleIdx="0" presStyleCnt="0"/>
      <dgm:spPr/>
    </dgm:pt>
    <dgm:pt modelId="{F5526FAE-A585-45CB-992F-B92326FB32B3}" type="pres">
      <dgm:prSet presAssocID="{A19A42B0-0651-4AE1-8A39-7BD183558202}" presName="compNode" presStyleCnt="0"/>
      <dgm:spPr/>
    </dgm:pt>
    <dgm:pt modelId="{757CA3F2-97D5-4EB3-89ED-4960512C2E1C}" type="pres">
      <dgm:prSet presAssocID="{A19A42B0-0651-4AE1-8A39-7BD183558202}" presName="pictRect" presStyleLbl="node1" presStyleIdx="5" presStyleCnt="6"/>
      <dgm:spPr>
        <a:blipFill>
          <a:blip xmlns:r="http://schemas.openxmlformats.org/officeDocument/2006/relationships" r:embed="rId6">
            <a:extLst>
              <a:ext uri="{28A0092B-C50C-407E-A947-70E740481C1C}">
                <a14:useLocalDpi xmlns:a14="http://schemas.microsoft.com/office/drawing/2010/main" val="0"/>
              </a:ext>
            </a:extLst>
          </a:blip>
          <a:srcRect/>
          <a:stretch>
            <a:fillRect l="-2000" r="-2000"/>
          </a:stretch>
        </a:blipFill>
      </dgm:spPr>
    </dgm:pt>
    <dgm:pt modelId="{A8E1462A-9D63-4325-879C-8018B29A384A}" type="pres">
      <dgm:prSet presAssocID="{A19A42B0-0651-4AE1-8A39-7BD183558202}" presName="textRect" presStyleLbl="revTx" presStyleIdx="5" presStyleCnt="6">
        <dgm:presLayoutVars>
          <dgm:bulletEnabled val="1"/>
        </dgm:presLayoutVars>
      </dgm:prSet>
      <dgm:spPr/>
    </dgm:pt>
  </dgm:ptLst>
  <dgm:cxnLst>
    <dgm:cxn modelId="{C7DB8000-8F8A-42EC-A4B9-F6E4C763F832}" type="presOf" srcId="{A19A42B0-0651-4AE1-8A39-7BD183558202}" destId="{A8E1462A-9D63-4325-879C-8018B29A384A}" srcOrd="0" destOrd="0" presId="urn:microsoft.com/office/officeart/2005/8/layout/pList1"/>
    <dgm:cxn modelId="{CC27DD0D-E130-47CA-A5E6-84BEEF49B1ED}" type="presOf" srcId="{31CA0D05-3666-4501-ABE0-AB1EE2A9320E}" destId="{092D55CA-9B2D-4E30-80A0-1088E35C9222}" srcOrd="0" destOrd="0" presId="urn:microsoft.com/office/officeart/2005/8/layout/pList1"/>
    <dgm:cxn modelId="{1C6CBB3E-CFE8-4A42-BA67-31C497480747}" type="presOf" srcId="{28C65A0E-8D7A-4ABC-931C-6C0BA858D552}" destId="{A0FCDB20-3855-4064-88A0-07EE42D74150}" srcOrd="0" destOrd="0" presId="urn:microsoft.com/office/officeart/2005/8/layout/pList1"/>
    <dgm:cxn modelId="{F2EE6862-D29B-453D-A94B-2C955FF82D57}" type="presOf" srcId="{CFD21BA0-9D83-4331-A408-40CFDB9448D6}" destId="{0F5879BE-9372-4EEF-B7A5-EAF21D0877CE}" srcOrd="0" destOrd="0" presId="urn:microsoft.com/office/officeart/2005/8/layout/pList1"/>
    <dgm:cxn modelId="{665DC843-09C8-4BF1-8DE4-F34C9C6C148B}" srcId="{1E592C25-47B2-44B0-81E2-34D7309A1B25}" destId="{28C65A0E-8D7A-4ABC-931C-6C0BA858D552}" srcOrd="3" destOrd="0" parTransId="{177716E7-6835-4605-88C8-2B3195D0C888}" sibTransId="{46DDBC0F-879D-4842-8B3D-812019A539A3}"/>
    <dgm:cxn modelId="{ABE92F47-68D5-41AA-872E-8A38478F05D3}" type="presOf" srcId="{1E592C25-47B2-44B0-81E2-34D7309A1B25}" destId="{6F488F03-1DCD-4997-A7A7-01EFBFA82A43}" srcOrd="0" destOrd="0" presId="urn:microsoft.com/office/officeart/2005/8/layout/pList1"/>
    <dgm:cxn modelId="{E9F2CA47-3670-41B3-A70F-1E960C107642}" type="presOf" srcId="{AE6125C0-64A2-4945-8B81-0D45445F3A77}" destId="{82340036-88E4-470F-ABA4-FED690BB4E05}" srcOrd="0" destOrd="0" presId="urn:microsoft.com/office/officeart/2005/8/layout/pList1"/>
    <dgm:cxn modelId="{C3FAF26E-2822-4B2A-8F3F-1C811653C56F}" type="presOf" srcId="{6648D029-7273-4A95-9521-88EF3E0DBD4A}" destId="{E9A3E2E5-E05B-49B9-82EC-44158216F58E}" srcOrd="0" destOrd="0" presId="urn:microsoft.com/office/officeart/2005/8/layout/pList1"/>
    <dgm:cxn modelId="{FD889086-E2CF-4965-8FD4-E8D5020180AA}" type="presOf" srcId="{076F1ADF-50C7-4AF0-BD56-13117E8A4B56}" destId="{EAE94A03-4D89-44D2-9F01-B2766AAD7F92}" srcOrd="0" destOrd="0" presId="urn:microsoft.com/office/officeart/2005/8/layout/pList1"/>
    <dgm:cxn modelId="{BA2E3D87-EA22-4B0C-9C34-3F28F04C2501}" type="presOf" srcId="{6A032C25-ACFE-4A11-ABE8-8E045680EEB6}" destId="{CE18846C-895A-4D5F-8EBF-20831F337A66}" srcOrd="0" destOrd="0" presId="urn:microsoft.com/office/officeart/2005/8/layout/pList1"/>
    <dgm:cxn modelId="{12FAD1B6-6170-412C-940E-F85E509216AA}" srcId="{1E592C25-47B2-44B0-81E2-34D7309A1B25}" destId="{AA8853DA-1F72-4302-AFCC-9DC5E0E7600E}" srcOrd="2" destOrd="0" parTransId="{C024CEFE-67B0-4AF2-9AB6-C398F94DA35B}" sibTransId="{6A032C25-ACFE-4A11-ABE8-8E045680EEB6}"/>
    <dgm:cxn modelId="{E4967FCD-469A-4C11-9C8E-2B7D8766F65B}" type="presOf" srcId="{AA8853DA-1F72-4302-AFCC-9DC5E0E7600E}" destId="{81C84FF5-E7D5-4674-ABD3-3369CACE7B92}" srcOrd="0" destOrd="0" presId="urn:microsoft.com/office/officeart/2005/8/layout/pList1"/>
    <dgm:cxn modelId="{744F22CF-87F9-46CE-8D1C-54FC21BC190B}" srcId="{1E592C25-47B2-44B0-81E2-34D7309A1B25}" destId="{A19A42B0-0651-4AE1-8A39-7BD183558202}" srcOrd="5" destOrd="0" parTransId="{D87113D4-FED2-4B4C-87AC-6275ED32F916}" sibTransId="{67CDD842-5DF0-4A9E-A38E-D0959AAC9FD4}"/>
    <dgm:cxn modelId="{85513CD0-01AA-430A-A6BD-37389BAD7175}" type="presOf" srcId="{46DDBC0F-879D-4842-8B3D-812019A539A3}" destId="{D7AC321F-88EB-49CC-B47A-2D089E3BFDE1}" srcOrd="0" destOrd="0" presId="urn:microsoft.com/office/officeart/2005/8/layout/pList1"/>
    <dgm:cxn modelId="{55345DD6-66EF-4490-9AAA-152A343FDF7A}" type="presOf" srcId="{85AB03E9-CF84-4301-A65F-717FBA681A7D}" destId="{5E2A565C-B57E-4E1F-96C0-10D4037B408A}" srcOrd="0" destOrd="0" presId="urn:microsoft.com/office/officeart/2005/8/layout/pList1"/>
    <dgm:cxn modelId="{6AAE81DF-C24F-4DCE-B94F-79F6505C2AA1}" srcId="{1E592C25-47B2-44B0-81E2-34D7309A1B25}" destId="{6648D029-7273-4A95-9521-88EF3E0DBD4A}" srcOrd="4" destOrd="0" parTransId="{7684AC73-FE32-487A-9ACB-A9FE192C5825}" sibTransId="{CFD21BA0-9D83-4331-A408-40CFDB9448D6}"/>
    <dgm:cxn modelId="{573185E8-70C4-4436-9653-83494C452D38}" srcId="{1E592C25-47B2-44B0-81E2-34D7309A1B25}" destId="{31CA0D05-3666-4501-ABE0-AB1EE2A9320E}" srcOrd="0" destOrd="0" parTransId="{D4631113-A9F8-45A9-A497-7C08C7E000C2}" sibTransId="{076F1ADF-50C7-4AF0-BD56-13117E8A4B56}"/>
    <dgm:cxn modelId="{97376BF2-49C1-4A19-9451-1D02A07F44F6}" srcId="{1E592C25-47B2-44B0-81E2-34D7309A1B25}" destId="{85AB03E9-CF84-4301-A65F-717FBA681A7D}" srcOrd="1" destOrd="0" parTransId="{EAC33AB8-181E-449C-A2C9-7CEC71C2BF87}" sibTransId="{AE6125C0-64A2-4945-8B81-0D45445F3A77}"/>
    <dgm:cxn modelId="{71ADE2BB-3062-4650-B28F-3743C44248B8}" type="presParOf" srcId="{6F488F03-1DCD-4997-A7A7-01EFBFA82A43}" destId="{9D535955-7F53-483A-80D8-CC49A935398E}" srcOrd="0" destOrd="0" presId="urn:microsoft.com/office/officeart/2005/8/layout/pList1"/>
    <dgm:cxn modelId="{31BE5E84-3404-4AC0-91E0-1EF250CFAA71}" type="presParOf" srcId="{9D535955-7F53-483A-80D8-CC49A935398E}" destId="{59F7880D-5ABB-41C4-9CC7-4182733B9EFD}" srcOrd="0" destOrd="0" presId="urn:microsoft.com/office/officeart/2005/8/layout/pList1"/>
    <dgm:cxn modelId="{416BA1FB-16A8-41C0-B8AD-C328C752FC7B}" type="presParOf" srcId="{9D535955-7F53-483A-80D8-CC49A935398E}" destId="{092D55CA-9B2D-4E30-80A0-1088E35C9222}" srcOrd="1" destOrd="0" presId="urn:microsoft.com/office/officeart/2005/8/layout/pList1"/>
    <dgm:cxn modelId="{EEB95809-5F53-449F-9933-0CB24D6AAF79}" type="presParOf" srcId="{6F488F03-1DCD-4997-A7A7-01EFBFA82A43}" destId="{EAE94A03-4D89-44D2-9F01-B2766AAD7F92}" srcOrd="1" destOrd="0" presId="urn:microsoft.com/office/officeart/2005/8/layout/pList1"/>
    <dgm:cxn modelId="{CA72749D-8C32-4D14-A7C7-1B4E7600E7E9}" type="presParOf" srcId="{6F488F03-1DCD-4997-A7A7-01EFBFA82A43}" destId="{E0EAA386-60F9-4651-94EB-46ACC03DBD58}" srcOrd="2" destOrd="0" presId="urn:microsoft.com/office/officeart/2005/8/layout/pList1"/>
    <dgm:cxn modelId="{D2092CFB-7197-410F-AF53-8107BA228C58}" type="presParOf" srcId="{E0EAA386-60F9-4651-94EB-46ACC03DBD58}" destId="{AB8C3C0D-68F7-495C-87F8-8D8F5F87DE36}" srcOrd="0" destOrd="0" presId="urn:microsoft.com/office/officeart/2005/8/layout/pList1"/>
    <dgm:cxn modelId="{E5ECBC97-FF6F-43E0-B6E6-DC8F0B5ACE2F}" type="presParOf" srcId="{E0EAA386-60F9-4651-94EB-46ACC03DBD58}" destId="{5E2A565C-B57E-4E1F-96C0-10D4037B408A}" srcOrd="1" destOrd="0" presId="urn:microsoft.com/office/officeart/2005/8/layout/pList1"/>
    <dgm:cxn modelId="{260CACD1-320A-44B4-8BF4-0B44D963273F}" type="presParOf" srcId="{6F488F03-1DCD-4997-A7A7-01EFBFA82A43}" destId="{82340036-88E4-470F-ABA4-FED690BB4E05}" srcOrd="3" destOrd="0" presId="urn:microsoft.com/office/officeart/2005/8/layout/pList1"/>
    <dgm:cxn modelId="{D07ECD8F-2243-4D20-B59E-E5F6C0189CAB}" type="presParOf" srcId="{6F488F03-1DCD-4997-A7A7-01EFBFA82A43}" destId="{26DAEFDB-D7DD-4694-969F-77ED4A0A42E8}" srcOrd="4" destOrd="0" presId="urn:microsoft.com/office/officeart/2005/8/layout/pList1"/>
    <dgm:cxn modelId="{CF914C0C-DE7B-40BE-AB0A-FA9F2682DA81}" type="presParOf" srcId="{26DAEFDB-D7DD-4694-969F-77ED4A0A42E8}" destId="{248FBC2E-6B10-4EAB-A425-D5EBE04FCEF2}" srcOrd="0" destOrd="0" presId="urn:microsoft.com/office/officeart/2005/8/layout/pList1"/>
    <dgm:cxn modelId="{1FF338E8-AE44-4055-8F5F-36CC4A32363A}" type="presParOf" srcId="{26DAEFDB-D7DD-4694-969F-77ED4A0A42E8}" destId="{81C84FF5-E7D5-4674-ABD3-3369CACE7B92}" srcOrd="1" destOrd="0" presId="urn:microsoft.com/office/officeart/2005/8/layout/pList1"/>
    <dgm:cxn modelId="{97FA49F1-DFE1-419A-B504-F7BB350266BE}" type="presParOf" srcId="{6F488F03-1DCD-4997-A7A7-01EFBFA82A43}" destId="{CE18846C-895A-4D5F-8EBF-20831F337A66}" srcOrd="5" destOrd="0" presId="urn:microsoft.com/office/officeart/2005/8/layout/pList1"/>
    <dgm:cxn modelId="{99939E71-EEBC-4E9C-A7BF-A0D7903A34CB}" type="presParOf" srcId="{6F488F03-1DCD-4997-A7A7-01EFBFA82A43}" destId="{504E3B91-5722-4E22-89B0-32586EBA686E}" srcOrd="6" destOrd="0" presId="urn:microsoft.com/office/officeart/2005/8/layout/pList1"/>
    <dgm:cxn modelId="{B9E1FD45-3D32-4241-BB2B-B3D731DED7E3}" type="presParOf" srcId="{504E3B91-5722-4E22-89B0-32586EBA686E}" destId="{8B554141-7BB0-4350-9E06-D9DB72D6BADA}" srcOrd="0" destOrd="0" presId="urn:microsoft.com/office/officeart/2005/8/layout/pList1"/>
    <dgm:cxn modelId="{3C79F764-2ADA-455C-AF1F-D312C087E49B}" type="presParOf" srcId="{504E3B91-5722-4E22-89B0-32586EBA686E}" destId="{A0FCDB20-3855-4064-88A0-07EE42D74150}" srcOrd="1" destOrd="0" presId="urn:microsoft.com/office/officeart/2005/8/layout/pList1"/>
    <dgm:cxn modelId="{A2979C8E-0F0F-4F66-B5FF-F2B9E7694B10}" type="presParOf" srcId="{6F488F03-1DCD-4997-A7A7-01EFBFA82A43}" destId="{D7AC321F-88EB-49CC-B47A-2D089E3BFDE1}" srcOrd="7" destOrd="0" presId="urn:microsoft.com/office/officeart/2005/8/layout/pList1"/>
    <dgm:cxn modelId="{AF12A385-C667-4203-A16A-B4618A5E01D3}" type="presParOf" srcId="{6F488F03-1DCD-4997-A7A7-01EFBFA82A43}" destId="{A8E3F9C3-12AD-4247-A5AD-BC51D2DD4294}" srcOrd="8" destOrd="0" presId="urn:microsoft.com/office/officeart/2005/8/layout/pList1"/>
    <dgm:cxn modelId="{CD99B20B-D10A-4CF1-9D81-0B586D7C0607}" type="presParOf" srcId="{A8E3F9C3-12AD-4247-A5AD-BC51D2DD4294}" destId="{61ECE881-8404-4223-A742-A4F60FFF5759}" srcOrd="0" destOrd="0" presId="urn:microsoft.com/office/officeart/2005/8/layout/pList1"/>
    <dgm:cxn modelId="{B35AC0BB-0E81-4543-BD53-09CD51109A21}" type="presParOf" srcId="{A8E3F9C3-12AD-4247-A5AD-BC51D2DD4294}" destId="{E9A3E2E5-E05B-49B9-82EC-44158216F58E}" srcOrd="1" destOrd="0" presId="urn:microsoft.com/office/officeart/2005/8/layout/pList1"/>
    <dgm:cxn modelId="{58F4232B-40E4-47FA-98AE-EF90CD1710AC}" type="presParOf" srcId="{6F488F03-1DCD-4997-A7A7-01EFBFA82A43}" destId="{0F5879BE-9372-4EEF-B7A5-EAF21D0877CE}" srcOrd="9" destOrd="0" presId="urn:microsoft.com/office/officeart/2005/8/layout/pList1"/>
    <dgm:cxn modelId="{C56FAEBE-3F64-4710-8728-167EB8099A5E}" type="presParOf" srcId="{6F488F03-1DCD-4997-A7A7-01EFBFA82A43}" destId="{F5526FAE-A585-45CB-992F-B92326FB32B3}" srcOrd="10" destOrd="0" presId="urn:microsoft.com/office/officeart/2005/8/layout/pList1"/>
    <dgm:cxn modelId="{F6D177D5-3BE4-4329-A7C0-FAEAC91672E4}" type="presParOf" srcId="{F5526FAE-A585-45CB-992F-B92326FB32B3}" destId="{757CA3F2-97D5-4EB3-89ED-4960512C2E1C}" srcOrd="0" destOrd="0" presId="urn:microsoft.com/office/officeart/2005/8/layout/pList1"/>
    <dgm:cxn modelId="{49DF6390-2911-4618-A0D2-8182E96BE924}" type="presParOf" srcId="{F5526FAE-A585-45CB-992F-B92326FB32B3}" destId="{A8E1462A-9D63-4325-879C-8018B29A384A}" srcOrd="1" destOrd="0" presId="urn:microsoft.com/office/officeart/2005/8/layout/p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85ABA2-7C03-4FE5-86E9-4C6411D7E205}">
      <dsp:nvSpPr>
        <dsp:cNvPr id="0" name=""/>
        <dsp:cNvSpPr/>
      </dsp:nvSpPr>
      <dsp:spPr>
        <a:xfrm>
          <a:off x="0" y="38484"/>
          <a:ext cx="10233025"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GB" sz="2700" kern="1200" dirty="0"/>
            <a:t>Why is business continuity important?</a:t>
          </a:r>
        </a:p>
      </dsp:txBody>
      <dsp:txXfrm>
        <a:off x="31613" y="70097"/>
        <a:ext cx="10169799" cy="584369"/>
      </dsp:txXfrm>
    </dsp:sp>
    <dsp:sp modelId="{BCEF9220-0291-4A5E-B331-26345372F3F8}">
      <dsp:nvSpPr>
        <dsp:cNvPr id="0" name=""/>
        <dsp:cNvSpPr/>
      </dsp:nvSpPr>
      <dsp:spPr>
        <a:xfrm>
          <a:off x="0" y="763839"/>
          <a:ext cx="10233025"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GB" sz="2700" kern="1200" dirty="0"/>
            <a:t>The ISO22301 international standard</a:t>
          </a:r>
        </a:p>
      </dsp:txBody>
      <dsp:txXfrm>
        <a:off x="31613" y="795452"/>
        <a:ext cx="10169799" cy="584369"/>
      </dsp:txXfrm>
    </dsp:sp>
    <dsp:sp modelId="{C90F9686-C197-4D9A-9405-F68BEBCB94D1}">
      <dsp:nvSpPr>
        <dsp:cNvPr id="0" name=""/>
        <dsp:cNvSpPr/>
      </dsp:nvSpPr>
      <dsp:spPr>
        <a:xfrm>
          <a:off x="0" y="1489194"/>
          <a:ext cx="10233025"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GB" sz="2700" kern="1200" dirty="0"/>
            <a:t>Business Continuity Management System (BCMS)</a:t>
          </a:r>
        </a:p>
      </dsp:txBody>
      <dsp:txXfrm>
        <a:off x="31613" y="1520807"/>
        <a:ext cx="10169799" cy="584369"/>
      </dsp:txXfrm>
    </dsp:sp>
    <dsp:sp modelId="{D07E158E-20FD-412D-99E9-88ACEED3BA52}">
      <dsp:nvSpPr>
        <dsp:cNvPr id="0" name=""/>
        <dsp:cNvSpPr/>
      </dsp:nvSpPr>
      <dsp:spPr>
        <a:xfrm>
          <a:off x="0" y="2214549"/>
          <a:ext cx="10233025"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GB" sz="2700" kern="1200" dirty="0"/>
            <a:t>Policy, objectives and roles</a:t>
          </a:r>
        </a:p>
      </dsp:txBody>
      <dsp:txXfrm>
        <a:off x="31613" y="2246162"/>
        <a:ext cx="10169799" cy="584369"/>
      </dsp:txXfrm>
    </dsp:sp>
    <dsp:sp modelId="{8FB788F9-CB5C-44DE-A21C-E9A066BBC2E8}">
      <dsp:nvSpPr>
        <dsp:cNvPr id="0" name=""/>
        <dsp:cNvSpPr/>
      </dsp:nvSpPr>
      <dsp:spPr>
        <a:xfrm>
          <a:off x="0" y="2939904"/>
          <a:ext cx="10233025"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GB" sz="2700" kern="1200" dirty="0"/>
            <a:t>How can you help?</a:t>
          </a:r>
        </a:p>
      </dsp:txBody>
      <dsp:txXfrm>
        <a:off x="31613" y="2971517"/>
        <a:ext cx="10169799" cy="584369"/>
      </dsp:txXfrm>
    </dsp:sp>
    <dsp:sp modelId="{E0D059B6-3E0D-4733-AD39-9230A76B35E1}">
      <dsp:nvSpPr>
        <dsp:cNvPr id="0" name=""/>
        <dsp:cNvSpPr/>
      </dsp:nvSpPr>
      <dsp:spPr>
        <a:xfrm>
          <a:off x="0" y="3665259"/>
          <a:ext cx="10233025"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GB" sz="2700" kern="1200" dirty="0"/>
            <a:t>Questions</a:t>
          </a:r>
        </a:p>
      </dsp:txBody>
      <dsp:txXfrm>
        <a:off x="31613" y="3696872"/>
        <a:ext cx="10169799" cy="5843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F228BE-2EE5-4460-8796-E14CC861DC11}">
      <dsp:nvSpPr>
        <dsp:cNvPr id="0" name=""/>
        <dsp:cNvSpPr/>
      </dsp:nvSpPr>
      <dsp:spPr>
        <a:xfrm>
          <a:off x="1606512" y="608594"/>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D31C0E4-D229-4D1B-B63E-B04B95070D46}">
      <dsp:nvSpPr>
        <dsp:cNvPr id="0" name=""/>
        <dsp:cNvSpPr/>
      </dsp:nvSpPr>
      <dsp:spPr>
        <a:xfrm>
          <a:off x="418512" y="3022743"/>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pPr>
          <a:r>
            <a:rPr lang="en-GB" sz="2100" kern="1200"/>
            <a:t>Defines a Business Continuity Management System (BCMS)</a:t>
          </a:r>
          <a:endParaRPr lang="en-US" sz="2100" kern="1200"/>
        </a:p>
      </dsp:txBody>
      <dsp:txXfrm>
        <a:off x="418512" y="3022743"/>
        <a:ext cx="4320000" cy="720000"/>
      </dsp:txXfrm>
    </dsp:sp>
    <dsp:sp modelId="{B8A1AB0E-89E5-4068-95B8-B9FC2759A085}">
      <dsp:nvSpPr>
        <dsp:cNvPr id="0" name=""/>
        <dsp:cNvSpPr/>
      </dsp:nvSpPr>
      <dsp:spPr>
        <a:xfrm>
          <a:off x="6682512" y="608594"/>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3A0D73D-B5DF-4626-8904-2EA62822B3C2}">
      <dsp:nvSpPr>
        <dsp:cNvPr id="0" name=""/>
        <dsp:cNvSpPr/>
      </dsp:nvSpPr>
      <dsp:spPr>
        <a:xfrm>
          <a:off x="5494512" y="3022743"/>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pPr>
          <a:r>
            <a:rPr lang="en-GB" sz="2100" kern="1200"/>
            <a:t>Organizations can be certified against ISO22301 by an external auditing body</a:t>
          </a:r>
          <a:endParaRPr lang="en-US" sz="2100" kern="1200"/>
        </a:p>
      </dsp:txBody>
      <dsp:txXfrm>
        <a:off x="5494512" y="3022743"/>
        <a:ext cx="43200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E2C408-9403-46B5-A0F6-BDF817204C39}">
      <dsp:nvSpPr>
        <dsp:cNvPr id="0" name=""/>
        <dsp:cNvSpPr/>
      </dsp:nvSpPr>
      <dsp:spPr>
        <a:xfrm>
          <a:off x="6278" y="898201"/>
          <a:ext cx="2226591" cy="1662103"/>
        </a:xfrm>
        <a:prstGeom prst="round2SameRect">
          <a:avLst>
            <a:gd name="adj1" fmla="val 8000"/>
            <a:gd name="adj2" fmla="val 0"/>
          </a:avLst>
        </a:prstGeom>
        <a:blipFill rotWithShape="0">
          <a:blip xmlns:r="http://schemas.openxmlformats.org/officeDocument/2006/relationships" r:embed="rId1">
            <a:extLst>
              <a:ext uri="{28A0092B-C50C-407E-A947-70E740481C1C}">
                <a14:useLocalDpi xmlns:a14="http://schemas.microsoft.com/office/drawing/2010/main" val="0"/>
              </a:ext>
            </a:extLst>
          </a:blip>
          <a:srcRect/>
          <a:stretch>
            <a:fillRect l="-6000" r="-6000"/>
          </a:stretch>
        </a:blip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CF1D583-107C-4984-A26F-F3338239F600}">
      <dsp:nvSpPr>
        <dsp:cNvPr id="0" name=""/>
        <dsp:cNvSpPr/>
      </dsp:nvSpPr>
      <dsp:spPr>
        <a:xfrm>
          <a:off x="6278" y="2560305"/>
          <a:ext cx="2226591" cy="71470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0" rIns="29210" bIns="0" numCol="1" spcCol="1270" anchor="ctr" anchorCtr="0">
          <a:noAutofit/>
        </a:bodyPr>
        <a:lstStyle/>
        <a:p>
          <a:pPr marL="0" lvl="0" indent="0" algn="l" defTabSz="1022350">
            <a:lnSpc>
              <a:spcPct val="90000"/>
            </a:lnSpc>
            <a:spcBef>
              <a:spcPct val="0"/>
            </a:spcBef>
            <a:spcAft>
              <a:spcPct val="35000"/>
            </a:spcAft>
            <a:buNone/>
          </a:pPr>
          <a:r>
            <a:rPr lang="en-GB" sz="2300" kern="1200" dirty="0"/>
            <a:t>Policy</a:t>
          </a:r>
        </a:p>
      </dsp:txBody>
      <dsp:txXfrm>
        <a:off x="6278" y="2560305"/>
        <a:ext cx="1568021" cy="714704"/>
      </dsp:txXfrm>
    </dsp:sp>
    <dsp:sp modelId="{B5D12499-BEB4-4710-BB51-86E588429E51}">
      <dsp:nvSpPr>
        <dsp:cNvPr id="0" name=""/>
        <dsp:cNvSpPr/>
      </dsp:nvSpPr>
      <dsp:spPr>
        <a:xfrm>
          <a:off x="1637287" y="2673829"/>
          <a:ext cx="779306" cy="779306"/>
        </a:xfrm>
        <a:prstGeom prst="ellipse">
          <a:avLst/>
        </a:prstGeom>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35AE2B4-5C7C-4D32-A138-2005C4D6EED2}">
      <dsp:nvSpPr>
        <dsp:cNvPr id="0" name=""/>
        <dsp:cNvSpPr/>
      </dsp:nvSpPr>
      <dsp:spPr>
        <a:xfrm>
          <a:off x="2609662" y="898201"/>
          <a:ext cx="2226591" cy="1662103"/>
        </a:xfrm>
        <a:prstGeom prst="round2SameRect">
          <a:avLst>
            <a:gd name="adj1" fmla="val 8000"/>
            <a:gd name="adj2" fmla="val 0"/>
          </a:avLst>
        </a:prstGeom>
        <a:blipFill rotWithShape="0">
          <a:blip xmlns:r="http://schemas.openxmlformats.org/officeDocument/2006/relationships" r:embed="rId4">
            <a:extLst>
              <a:ext uri="{28A0092B-C50C-407E-A947-70E740481C1C}">
                <a14:useLocalDpi xmlns:a14="http://schemas.microsoft.com/office/drawing/2010/main" val="0"/>
              </a:ext>
            </a:extLst>
          </a:blip>
          <a:srcRect/>
          <a:stretch>
            <a:fillRect l="-6000" r="-6000"/>
          </a:stretch>
        </a:blip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9B72FE-8463-4031-AD05-D01B525FC818}">
      <dsp:nvSpPr>
        <dsp:cNvPr id="0" name=""/>
        <dsp:cNvSpPr/>
      </dsp:nvSpPr>
      <dsp:spPr>
        <a:xfrm>
          <a:off x="2609662" y="2560305"/>
          <a:ext cx="2226591" cy="71470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0" rIns="29210" bIns="0" numCol="1" spcCol="1270" anchor="ctr" anchorCtr="0">
          <a:noAutofit/>
        </a:bodyPr>
        <a:lstStyle/>
        <a:p>
          <a:pPr marL="0" lvl="0" indent="0" algn="l" defTabSz="1022350">
            <a:lnSpc>
              <a:spcPct val="90000"/>
            </a:lnSpc>
            <a:spcBef>
              <a:spcPct val="0"/>
            </a:spcBef>
            <a:spcAft>
              <a:spcPct val="35000"/>
            </a:spcAft>
            <a:buNone/>
          </a:pPr>
          <a:r>
            <a:rPr lang="en-GB" sz="2300" kern="1200" dirty="0"/>
            <a:t>People</a:t>
          </a:r>
        </a:p>
      </dsp:txBody>
      <dsp:txXfrm>
        <a:off x="2609662" y="2560305"/>
        <a:ext cx="1568021" cy="714704"/>
      </dsp:txXfrm>
    </dsp:sp>
    <dsp:sp modelId="{35A769C5-F917-421B-AC33-0BCF38C74C65}">
      <dsp:nvSpPr>
        <dsp:cNvPr id="0" name=""/>
        <dsp:cNvSpPr/>
      </dsp:nvSpPr>
      <dsp:spPr>
        <a:xfrm>
          <a:off x="4240671" y="2673829"/>
          <a:ext cx="779306" cy="779306"/>
        </a:xfrm>
        <a:prstGeom prst="ellipse">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9EEB100-58EB-4909-8AF8-1A61791D9EFE}">
      <dsp:nvSpPr>
        <dsp:cNvPr id="0" name=""/>
        <dsp:cNvSpPr/>
      </dsp:nvSpPr>
      <dsp:spPr>
        <a:xfrm>
          <a:off x="5213046" y="898201"/>
          <a:ext cx="2226591" cy="1662103"/>
        </a:xfrm>
        <a:prstGeom prst="round2SameRect">
          <a:avLst>
            <a:gd name="adj1" fmla="val 8000"/>
            <a:gd name="adj2" fmla="val 0"/>
          </a:avLst>
        </a:prstGeom>
        <a:blipFill rotWithShape="0">
          <a:blip xmlns:r="http://schemas.openxmlformats.org/officeDocument/2006/relationships" r:embed="rId7">
            <a:extLst>
              <a:ext uri="{28A0092B-C50C-407E-A947-70E740481C1C}">
                <a14:useLocalDpi xmlns:a14="http://schemas.microsoft.com/office/drawing/2010/main" val="0"/>
              </a:ext>
            </a:extLst>
          </a:blip>
          <a:srcRect/>
          <a:stretch>
            <a:fillRect l="-3000" r="-3000"/>
          </a:stretch>
        </a:blip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D460A08-558E-4827-AF8C-4FBDD5B85EFE}">
      <dsp:nvSpPr>
        <dsp:cNvPr id="0" name=""/>
        <dsp:cNvSpPr/>
      </dsp:nvSpPr>
      <dsp:spPr>
        <a:xfrm>
          <a:off x="5213046" y="2560305"/>
          <a:ext cx="2226591" cy="71470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0" rIns="29210" bIns="0" numCol="1" spcCol="1270" anchor="ctr" anchorCtr="0">
          <a:noAutofit/>
        </a:bodyPr>
        <a:lstStyle/>
        <a:p>
          <a:pPr marL="0" lvl="0" indent="0" algn="l" defTabSz="1022350">
            <a:lnSpc>
              <a:spcPct val="90000"/>
            </a:lnSpc>
            <a:spcBef>
              <a:spcPct val="0"/>
            </a:spcBef>
            <a:spcAft>
              <a:spcPct val="35000"/>
            </a:spcAft>
            <a:buNone/>
          </a:pPr>
          <a:r>
            <a:rPr lang="en-GB" sz="2300" kern="1200" dirty="0"/>
            <a:t>Processes</a:t>
          </a:r>
        </a:p>
      </dsp:txBody>
      <dsp:txXfrm>
        <a:off x="5213046" y="2560305"/>
        <a:ext cx="1568021" cy="714704"/>
      </dsp:txXfrm>
    </dsp:sp>
    <dsp:sp modelId="{79A862E5-AF73-48AD-81F8-DEBF3AA55717}">
      <dsp:nvSpPr>
        <dsp:cNvPr id="0" name=""/>
        <dsp:cNvSpPr/>
      </dsp:nvSpPr>
      <dsp:spPr>
        <a:xfrm>
          <a:off x="6844055" y="2673829"/>
          <a:ext cx="779306" cy="779306"/>
        </a:xfrm>
        <a:prstGeom prst="ellipse">
          <a:avLst/>
        </a:prstGeom>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38AA733-C08B-41A6-B5D3-E83A6CE99F38}">
      <dsp:nvSpPr>
        <dsp:cNvPr id="0" name=""/>
        <dsp:cNvSpPr/>
      </dsp:nvSpPr>
      <dsp:spPr>
        <a:xfrm>
          <a:off x="7816430" y="898201"/>
          <a:ext cx="2226591" cy="1662103"/>
        </a:xfrm>
        <a:prstGeom prst="round2SameRect">
          <a:avLst>
            <a:gd name="adj1" fmla="val 8000"/>
            <a:gd name="adj2" fmla="val 0"/>
          </a:avLst>
        </a:prstGeom>
        <a:blipFill rotWithShape="0">
          <a:blip xmlns:r="http://schemas.openxmlformats.org/officeDocument/2006/relationships" r:embed="rId10">
            <a:extLst>
              <a:ext uri="{28A0092B-C50C-407E-A947-70E740481C1C}">
                <a14:useLocalDpi xmlns:a14="http://schemas.microsoft.com/office/drawing/2010/main" val="0"/>
              </a:ext>
            </a:extLst>
          </a:blip>
          <a:srcRect/>
          <a:stretch>
            <a:fillRect l="-6000" r="-6000"/>
          </a:stretch>
        </a:blip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8D1DBCA-313B-41AE-827F-E54054CB9411}">
      <dsp:nvSpPr>
        <dsp:cNvPr id="0" name=""/>
        <dsp:cNvSpPr/>
      </dsp:nvSpPr>
      <dsp:spPr>
        <a:xfrm>
          <a:off x="7816430" y="2560305"/>
          <a:ext cx="2226591" cy="71470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0" rIns="29210" bIns="0" numCol="1" spcCol="1270" anchor="ctr" anchorCtr="0">
          <a:noAutofit/>
        </a:bodyPr>
        <a:lstStyle/>
        <a:p>
          <a:pPr marL="0" lvl="0" indent="0" algn="l" defTabSz="1022350">
            <a:lnSpc>
              <a:spcPct val="90000"/>
            </a:lnSpc>
            <a:spcBef>
              <a:spcPct val="0"/>
            </a:spcBef>
            <a:spcAft>
              <a:spcPct val="35000"/>
            </a:spcAft>
            <a:buNone/>
          </a:pPr>
          <a:r>
            <a:rPr lang="en-GB" sz="2300" kern="1200" dirty="0"/>
            <a:t>Information</a:t>
          </a:r>
        </a:p>
      </dsp:txBody>
      <dsp:txXfrm>
        <a:off x="7816430" y="2560305"/>
        <a:ext cx="1568021" cy="714704"/>
      </dsp:txXfrm>
    </dsp:sp>
    <dsp:sp modelId="{64603FB6-01BA-4D8A-8166-97EBC277FB5B}">
      <dsp:nvSpPr>
        <dsp:cNvPr id="0" name=""/>
        <dsp:cNvSpPr/>
      </dsp:nvSpPr>
      <dsp:spPr>
        <a:xfrm>
          <a:off x="9447439" y="2673829"/>
          <a:ext cx="779306" cy="779306"/>
        </a:xfrm>
        <a:prstGeom prst="ellipse">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E6A64C-CCD1-4E29-928D-4880B9DE2A20}">
      <dsp:nvSpPr>
        <dsp:cNvPr id="0" name=""/>
        <dsp:cNvSpPr/>
      </dsp:nvSpPr>
      <dsp:spPr>
        <a:xfrm>
          <a:off x="0" y="2298"/>
          <a:ext cx="6912245" cy="11646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AA75A2-6262-472C-8A96-2A233F92418B}">
      <dsp:nvSpPr>
        <dsp:cNvPr id="0" name=""/>
        <dsp:cNvSpPr/>
      </dsp:nvSpPr>
      <dsp:spPr>
        <a:xfrm>
          <a:off x="352319" y="264353"/>
          <a:ext cx="640580" cy="64058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26185A-08C3-4AFA-B942-C892740F4B5C}">
      <dsp:nvSpPr>
        <dsp:cNvPr id="0" name=""/>
        <dsp:cNvSpPr/>
      </dsp:nvSpPr>
      <dsp:spPr>
        <a:xfrm>
          <a:off x="1345219" y="2298"/>
          <a:ext cx="5567025" cy="1164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263" tIns="123263" rIns="123263" bIns="123263" numCol="1" spcCol="1270" anchor="ctr" anchorCtr="0">
          <a:noAutofit/>
        </a:bodyPr>
        <a:lstStyle/>
        <a:p>
          <a:pPr marL="0" lvl="0" indent="0" algn="l" defTabSz="977900">
            <a:lnSpc>
              <a:spcPct val="90000"/>
            </a:lnSpc>
            <a:spcBef>
              <a:spcPct val="0"/>
            </a:spcBef>
            <a:spcAft>
              <a:spcPct val="35000"/>
            </a:spcAft>
            <a:buNone/>
          </a:pPr>
          <a:r>
            <a:rPr lang="en-GB" sz="2200" kern="1200" dirty="0"/>
            <a:t>Defines our overall approach to business continuity</a:t>
          </a:r>
          <a:endParaRPr lang="en-US" sz="2200" kern="1200" dirty="0"/>
        </a:p>
      </dsp:txBody>
      <dsp:txXfrm>
        <a:off x="1345219" y="2298"/>
        <a:ext cx="5567025" cy="1164691"/>
      </dsp:txXfrm>
    </dsp:sp>
    <dsp:sp modelId="{4FB11572-D7A3-4647-A3F1-EC0DB86F1A48}">
      <dsp:nvSpPr>
        <dsp:cNvPr id="0" name=""/>
        <dsp:cNvSpPr/>
      </dsp:nvSpPr>
      <dsp:spPr>
        <a:xfrm>
          <a:off x="0" y="1458163"/>
          <a:ext cx="6912245" cy="11646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5F06A7-DCED-4042-A826-1994DABB96C5}">
      <dsp:nvSpPr>
        <dsp:cNvPr id="0" name=""/>
        <dsp:cNvSpPr/>
      </dsp:nvSpPr>
      <dsp:spPr>
        <a:xfrm>
          <a:off x="352319" y="1720218"/>
          <a:ext cx="640580" cy="64058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19F06F-1C83-4160-BAD4-0A4B9E8BEF55}">
      <dsp:nvSpPr>
        <dsp:cNvPr id="0" name=""/>
        <dsp:cNvSpPr/>
      </dsp:nvSpPr>
      <dsp:spPr>
        <a:xfrm>
          <a:off x="1345219" y="1458163"/>
          <a:ext cx="5567025" cy="1164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263" tIns="123263" rIns="123263" bIns="123263" numCol="1" spcCol="1270" anchor="ctr" anchorCtr="0">
          <a:noAutofit/>
        </a:bodyPr>
        <a:lstStyle/>
        <a:p>
          <a:pPr marL="0" lvl="0" indent="0" algn="l" defTabSz="977900">
            <a:lnSpc>
              <a:spcPct val="90000"/>
            </a:lnSpc>
            <a:spcBef>
              <a:spcPct val="0"/>
            </a:spcBef>
            <a:spcAft>
              <a:spcPct val="35000"/>
            </a:spcAft>
            <a:buNone/>
          </a:pPr>
          <a:r>
            <a:rPr lang="en-GB" sz="2200" kern="1200"/>
            <a:t>Describes how objectives are set</a:t>
          </a:r>
          <a:endParaRPr lang="en-US" sz="2200" kern="1200"/>
        </a:p>
      </dsp:txBody>
      <dsp:txXfrm>
        <a:off x="1345219" y="1458163"/>
        <a:ext cx="5567025" cy="1164691"/>
      </dsp:txXfrm>
    </dsp:sp>
    <dsp:sp modelId="{C86F01B7-8C9B-4475-A35B-3C2D1ADC537F}">
      <dsp:nvSpPr>
        <dsp:cNvPr id="0" name=""/>
        <dsp:cNvSpPr/>
      </dsp:nvSpPr>
      <dsp:spPr>
        <a:xfrm>
          <a:off x="0" y="2914027"/>
          <a:ext cx="6912245" cy="11646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2279E7-F47A-4CEB-A621-8B5655F3EC42}">
      <dsp:nvSpPr>
        <dsp:cNvPr id="0" name=""/>
        <dsp:cNvSpPr/>
      </dsp:nvSpPr>
      <dsp:spPr>
        <a:xfrm>
          <a:off x="352319" y="3176083"/>
          <a:ext cx="640580" cy="64058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8C4AC7-7C42-428C-A3B6-CE1237410B4E}">
      <dsp:nvSpPr>
        <dsp:cNvPr id="0" name=""/>
        <dsp:cNvSpPr/>
      </dsp:nvSpPr>
      <dsp:spPr>
        <a:xfrm>
          <a:off x="1345219" y="2914027"/>
          <a:ext cx="5567025" cy="1164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263" tIns="123263" rIns="123263" bIns="123263" numCol="1" spcCol="1270" anchor="ctr" anchorCtr="0">
          <a:noAutofit/>
        </a:bodyPr>
        <a:lstStyle/>
        <a:p>
          <a:pPr marL="0" lvl="0" indent="0" algn="l" defTabSz="977900">
            <a:lnSpc>
              <a:spcPct val="90000"/>
            </a:lnSpc>
            <a:spcBef>
              <a:spcPct val="0"/>
            </a:spcBef>
            <a:spcAft>
              <a:spcPct val="35000"/>
            </a:spcAft>
            <a:buNone/>
          </a:pPr>
          <a:r>
            <a:rPr lang="en-GB" sz="2200" kern="1200"/>
            <a:t>Sets out our attitude to risk</a:t>
          </a:r>
          <a:endParaRPr lang="en-US" sz="2200" kern="1200"/>
        </a:p>
      </dsp:txBody>
      <dsp:txXfrm>
        <a:off x="1345219" y="2914027"/>
        <a:ext cx="5567025" cy="1164691"/>
      </dsp:txXfrm>
    </dsp:sp>
    <dsp:sp modelId="{81E45318-F68D-42F0-89A9-F73E6AABC726}">
      <dsp:nvSpPr>
        <dsp:cNvPr id="0" name=""/>
        <dsp:cNvSpPr/>
      </dsp:nvSpPr>
      <dsp:spPr>
        <a:xfrm>
          <a:off x="0" y="4369892"/>
          <a:ext cx="6912245" cy="11646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0448D4-8553-4560-9AF0-D3F41798F031}">
      <dsp:nvSpPr>
        <dsp:cNvPr id="0" name=""/>
        <dsp:cNvSpPr/>
      </dsp:nvSpPr>
      <dsp:spPr>
        <a:xfrm>
          <a:off x="352319" y="4631948"/>
          <a:ext cx="640580" cy="64058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8F58018-30FF-4B4D-9086-AB28E3ED4B02}">
      <dsp:nvSpPr>
        <dsp:cNvPr id="0" name=""/>
        <dsp:cNvSpPr/>
      </dsp:nvSpPr>
      <dsp:spPr>
        <a:xfrm>
          <a:off x="1345219" y="4369892"/>
          <a:ext cx="5567025" cy="1164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263" tIns="123263" rIns="123263" bIns="123263" numCol="1" spcCol="1270" anchor="ctr" anchorCtr="0">
          <a:noAutofit/>
        </a:bodyPr>
        <a:lstStyle/>
        <a:p>
          <a:pPr marL="0" lvl="0" indent="0" algn="l" defTabSz="977900">
            <a:lnSpc>
              <a:spcPct val="90000"/>
            </a:lnSpc>
            <a:spcBef>
              <a:spcPct val="0"/>
            </a:spcBef>
            <a:spcAft>
              <a:spcPct val="35000"/>
            </a:spcAft>
            <a:buNone/>
          </a:pPr>
          <a:r>
            <a:rPr lang="en-GB" sz="2200" kern="1200"/>
            <a:t>Explains how we will improve our BCMS</a:t>
          </a:r>
          <a:endParaRPr lang="en-US" sz="2200" kern="1200"/>
        </a:p>
      </dsp:txBody>
      <dsp:txXfrm>
        <a:off x="1345219" y="4369892"/>
        <a:ext cx="5567025" cy="116469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F7880D-5ABB-41C4-9CC7-4182733B9EFD}">
      <dsp:nvSpPr>
        <dsp:cNvPr id="0" name=""/>
        <dsp:cNvSpPr/>
      </dsp:nvSpPr>
      <dsp:spPr>
        <a:xfrm>
          <a:off x="602397" y="2214"/>
          <a:ext cx="1958066" cy="1349107"/>
        </a:xfrm>
        <a:prstGeom prst="roundRect">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l="-486" t="-15693" r="486" b="-77823"/>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2D55CA-9B2D-4E30-80A0-1088E35C9222}">
      <dsp:nvSpPr>
        <dsp:cNvPr id="0" name=""/>
        <dsp:cNvSpPr/>
      </dsp:nvSpPr>
      <dsp:spPr>
        <a:xfrm>
          <a:off x="602397" y="1351322"/>
          <a:ext cx="1958066" cy="7264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0" numCol="1" spcCol="1270" anchor="t" anchorCtr="0">
          <a:noAutofit/>
        </a:bodyPr>
        <a:lstStyle/>
        <a:p>
          <a:pPr marL="0" lvl="0" indent="0" algn="ctr" defTabSz="933450">
            <a:lnSpc>
              <a:spcPct val="90000"/>
            </a:lnSpc>
            <a:spcBef>
              <a:spcPct val="0"/>
            </a:spcBef>
            <a:spcAft>
              <a:spcPct val="35000"/>
            </a:spcAft>
            <a:buNone/>
          </a:pPr>
          <a:r>
            <a:rPr lang="en-GB" sz="2100" kern="1200" dirty="0">
              <a:latin typeface="Karla" panose="020B0604020202020204" charset="0"/>
              <a:cs typeface="Arial" panose="020B0604020202020204" pitchFamily="34" charset="0"/>
            </a:rPr>
            <a:t>Complying with policy</a:t>
          </a:r>
          <a:endParaRPr lang="en-GB" sz="2100" kern="1200" dirty="0"/>
        </a:p>
      </dsp:txBody>
      <dsp:txXfrm>
        <a:off x="602397" y="1351322"/>
        <a:ext cx="1958066" cy="726442"/>
      </dsp:txXfrm>
    </dsp:sp>
    <dsp:sp modelId="{AB8C3C0D-68F7-495C-87F8-8D8F5F87DE36}">
      <dsp:nvSpPr>
        <dsp:cNvPr id="0" name=""/>
        <dsp:cNvSpPr/>
      </dsp:nvSpPr>
      <dsp:spPr>
        <a:xfrm>
          <a:off x="2756353" y="2214"/>
          <a:ext cx="1958066" cy="1349107"/>
        </a:xfrm>
        <a:prstGeom prst="round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2000" r="-2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E2A565C-B57E-4E1F-96C0-10D4037B408A}">
      <dsp:nvSpPr>
        <dsp:cNvPr id="0" name=""/>
        <dsp:cNvSpPr/>
      </dsp:nvSpPr>
      <dsp:spPr>
        <a:xfrm>
          <a:off x="2756353" y="1351322"/>
          <a:ext cx="1958066" cy="7264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0" numCol="1" spcCol="1270" anchor="t" anchorCtr="0">
          <a:noAutofit/>
        </a:bodyPr>
        <a:lstStyle/>
        <a:p>
          <a:pPr marL="0" lvl="0" indent="0" algn="ctr" defTabSz="933450">
            <a:lnSpc>
              <a:spcPct val="90000"/>
            </a:lnSpc>
            <a:spcBef>
              <a:spcPct val="0"/>
            </a:spcBef>
            <a:spcAft>
              <a:spcPct val="35000"/>
            </a:spcAft>
            <a:buNone/>
          </a:pPr>
          <a:r>
            <a:rPr lang="en-GB" sz="2100" kern="1200" dirty="0">
              <a:latin typeface="Karla" panose="020B0604020202020204" charset="0"/>
              <a:cs typeface="Arial" panose="020B0604020202020204" pitchFamily="34" charset="0"/>
            </a:rPr>
            <a:t>Reducing risk</a:t>
          </a:r>
          <a:endParaRPr lang="en-GB" sz="2100" kern="1200" dirty="0"/>
        </a:p>
      </dsp:txBody>
      <dsp:txXfrm>
        <a:off x="2756353" y="1351322"/>
        <a:ext cx="1958066" cy="726442"/>
      </dsp:txXfrm>
    </dsp:sp>
    <dsp:sp modelId="{248FBC2E-6B10-4EAB-A425-D5EBE04FCEF2}">
      <dsp:nvSpPr>
        <dsp:cNvPr id="0" name=""/>
        <dsp:cNvSpPr/>
      </dsp:nvSpPr>
      <dsp:spPr>
        <a:xfrm>
          <a:off x="4910309" y="2214"/>
          <a:ext cx="1958066" cy="1349107"/>
        </a:xfrm>
        <a:prstGeom prst="roundRect">
          <a:avLst/>
        </a:prstGeom>
        <a:blipFill dpi="0" rotWithShape="1">
          <a:blip xmlns:r="http://schemas.openxmlformats.org/officeDocument/2006/relationships" r:embed="rId3">
            <a:extLst>
              <a:ext uri="{28A0092B-C50C-407E-A947-70E740481C1C}">
                <a14:useLocalDpi xmlns:a14="http://schemas.microsoft.com/office/drawing/2010/main" val="0"/>
              </a:ext>
            </a:extLst>
          </a:blip>
          <a:srcRect/>
          <a:stretch>
            <a:fillRect l="-8972" t="-10166" r="-15876" b="-10636"/>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C84FF5-E7D5-4674-ABD3-3369CACE7B92}">
      <dsp:nvSpPr>
        <dsp:cNvPr id="0" name=""/>
        <dsp:cNvSpPr/>
      </dsp:nvSpPr>
      <dsp:spPr>
        <a:xfrm>
          <a:off x="4910309" y="1351322"/>
          <a:ext cx="1958066" cy="7264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0" numCol="1" spcCol="1270" anchor="t" anchorCtr="0">
          <a:noAutofit/>
        </a:bodyPr>
        <a:lstStyle/>
        <a:p>
          <a:pPr marL="0" lvl="0" indent="0" algn="ctr" defTabSz="933450">
            <a:lnSpc>
              <a:spcPct val="90000"/>
            </a:lnSpc>
            <a:spcBef>
              <a:spcPct val="0"/>
            </a:spcBef>
            <a:spcAft>
              <a:spcPct val="35000"/>
            </a:spcAft>
            <a:buNone/>
          </a:pPr>
          <a:r>
            <a:rPr lang="en-GB" sz="2100" kern="1200" dirty="0">
              <a:latin typeface="Karla" panose="020B0604020202020204" charset="0"/>
              <a:cs typeface="Arial" panose="020B0604020202020204" pitchFamily="34" charset="0"/>
            </a:rPr>
            <a:t>Flagging changes</a:t>
          </a:r>
          <a:endParaRPr lang="en-GB" sz="2100" kern="1200" dirty="0"/>
        </a:p>
      </dsp:txBody>
      <dsp:txXfrm>
        <a:off x="4910309" y="1351322"/>
        <a:ext cx="1958066" cy="726442"/>
      </dsp:txXfrm>
    </dsp:sp>
    <dsp:sp modelId="{8B554141-7BB0-4350-9E06-D9DB72D6BADA}">
      <dsp:nvSpPr>
        <dsp:cNvPr id="0" name=""/>
        <dsp:cNvSpPr/>
      </dsp:nvSpPr>
      <dsp:spPr>
        <a:xfrm>
          <a:off x="602397" y="2273572"/>
          <a:ext cx="1958066" cy="1349107"/>
        </a:xfrm>
        <a:prstGeom prst="round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2000" r="-2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FCDB20-3855-4064-88A0-07EE42D74150}">
      <dsp:nvSpPr>
        <dsp:cNvPr id="0" name=""/>
        <dsp:cNvSpPr/>
      </dsp:nvSpPr>
      <dsp:spPr>
        <a:xfrm>
          <a:off x="602397" y="3622680"/>
          <a:ext cx="1958066" cy="7264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0" numCol="1" spcCol="1270" anchor="t" anchorCtr="0">
          <a:noAutofit/>
        </a:bodyPr>
        <a:lstStyle/>
        <a:p>
          <a:pPr marL="0" lvl="0" indent="0" algn="ctr" defTabSz="933450">
            <a:lnSpc>
              <a:spcPct val="90000"/>
            </a:lnSpc>
            <a:spcBef>
              <a:spcPct val="0"/>
            </a:spcBef>
            <a:spcAft>
              <a:spcPct val="35000"/>
            </a:spcAft>
            <a:buNone/>
          </a:pPr>
          <a:r>
            <a:rPr lang="en-GB" sz="2100" kern="1200" dirty="0">
              <a:latin typeface="Karla" panose="020B0604020202020204" charset="0"/>
              <a:cs typeface="Arial" panose="020B0604020202020204" pitchFamily="34" charset="0"/>
            </a:rPr>
            <a:t>Detecting incidents</a:t>
          </a:r>
          <a:endParaRPr lang="en-GB" sz="2100" kern="1200" dirty="0"/>
        </a:p>
      </dsp:txBody>
      <dsp:txXfrm>
        <a:off x="602397" y="3622680"/>
        <a:ext cx="1958066" cy="726442"/>
      </dsp:txXfrm>
    </dsp:sp>
    <dsp:sp modelId="{61ECE881-8404-4223-A742-A4F60FFF5759}">
      <dsp:nvSpPr>
        <dsp:cNvPr id="0" name=""/>
        <dsp:cNvSpPr/>
      </dsp:nvSpPr>
      <dsp:spPr>
        <a:xfrm>
          <a:off x="2756353" y="2273572"/>
          <a:ext cx="1958066" cy="1349107"/>
        </a:xfrm>
        <a:prstGeom prst="roundRect">
          <a:avLst/>
        </a:prstGeom>
        <a:blipFill dpi="0" rotWithShape="1">
          <a:blip xmlns:r="http://schemas.openxmlformats.org/officeDocument/2006/relationships" r:embed="rId5">
            <a:extLst>
              <a:ext uri="{28A0092B-C50C-407E-A947-70E740481C1C}">
                <a14:useLocalDpi xmlns:a14="http://schemas.microsoft.com/office/drawing/2010/main" val="0"/>
              </a:ext>
            </a:extLst>
          </a:blip>
          <a:srcRect/>
          <a:stretch>
            <a:fillRect l="-11279" r="-570" b="-1059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A3E2E5-E05B-49B9-82EC-44158216F58E}">
      <dsp:nvSpPr>
        <dsp:cNvPr id="0" name=""/>
        <dsp:cNvSpPr/>
      </dsp:nvSpPr>
      <dsp:spPr>
        <a:xfrm>
          <a:off x="2756353" y="3622680"/>
          <a:ext cx="1958066" cy="7264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0" numCol="1" spcCol="1270" anchor="t" anchorCtr="0">
          <a:noAutofit/>
        </a:bodyPr>
        <a:lstStyle/>
        <a:p>
          <a:pPr marL="0" lvl="0" indent="0" algn="ctr" defTabSz="933450">
            <a:lnSpc>
              <a:spcPct val="90000"/>
            </a:lnSpc>
            <a:spcBef>
              <a:spcPct val="0"/>
            </a:spcBef>
            <a:spcAft>
              <a:spcPct val="35000"/>
            </a:spcAft>
            <a:buNone/>
          </a:pPr>
          <a:r>
            <a:rPr lang="en-GB" sz="2100" kern="1200" dirty="0">
              <a:latin typeface="Karla" panose="020B0604020202020204" charset="0"/>
              <a:cs typeface="Arial" panose="020B0604020202020204" pitchFamily="34" charset="0"/>
            </a:rPr>
            <a:t>Following procedures</a:t>
          </a:r>
          <a:endParaRPr lang="en-GB" sz="2100" kern="1200" dirty="0"/>
        </a:p>
      </dsp:txBody>
      <dsp:txXfrm>
        <a:off x="2756353" y="3622680"/>
        <a:ext cx="1958066" cy="726442"/>
      </dsp:txXfrm>
    </dsp:sp>
    <dsp:sp modelId="{757CA3F2-97D5-4EB3-89ED-4960512C2E1C}">
      <dsp:nvSpPr>
        <dsp:cNvPr id="0" name=""/>
        <dsp:cNvSpPr/>
      </dsp:nvSpPr>
      <dsp:spPr>
        <a:xfrm>
          <a:off x="4910309" y="2273572"/>
          <a:ext cx="1958066" cy="1349107"/>
        </a:xfrm>
        <a:prstGeom prst="roundRect">
          <a:avLst/>
        </a:prstGeom>
        <a:blipFill>
          <a:blip xmlns:r="http://schemas.openxmlformats.org/officeDocument/2006/relationships" r:embed="rId6">
            <a:extLst>
              <a:ext uri="{28A0092B-C50C-407E-A947-70E740481C1C}">
                <a14:useLocalDpi xmlns:a14="http://schemas.microsoft.com/office/drawing/2010/main" val="0"/>
              </a:ext>
            </a:extLst>
          </a:blip>
          <a:srcRect/>
          <a:stretch>
            <a:fillRect l="-2000" r="-2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E1462A-9D63-4325-879C-8018B29A384A}">
      <dsp:nvSpPr>
        <dsp:cNvPr id="0" name=""/>
        <dsp:cNvSpPr/>
      </dsp:nvSpPr>
      <dsp:spPr>
        <a:xfrm>
          <a:off x="4910309" y="3622680"/>
          <a:ext cx="1958066" cy="7264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0" numCol="1" spcCol="1270" anchor="t" anchorCtr="0">
          <a:noAutofit/>
        </a:bodyPr>
        <a:lstStyle/>
        <a:p>
          <a:pPr marL="0" lvl="0" indent="0" algn="ctr" defTabSz="933450">
            <a:lnSpc>
              <a:spcPct val="90000"/>
            </a:lnSpc>
            <a:spcBef>
              <a:spcPct val="0"/>
            </a:spcBef>
            <a:spcAft>
              <a:spcPct val="35000"/>
            </a:spcAft>
            <a:buNone/>
          </a:pPr>
          <a:r>
            <a:rPr lang="en-GB" sz="2100" kern="1200" dirty="0">
              <a:latin typeface="Karla" panose="020B0604020202020204" charset="0"/>
              <a:cs typeface="Arial" panose="020B0604020202020204" pitchFamily="34" charset="0"/>
            </a:rPr>
            <a:t>Exercising and testing</a:t>
          </a:r>
          <a:endParaRPr lang="en-GB" sz="2100" kern="1200" dirty="0"/>
        </a:p>
      </dsp:txBody>
      <dsp:txXfrm>
        <a:off x="4910309" y="3622680"/>
        <a:ext cx="1958066" cy="72644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67BD64-5AF6-4861-9F1A-984E491E0F15}" type="datetimeFigureOut">
              <a:rPr lang="en-GB" smtClean="0"/>
              <a:t>21/09/2021</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56E702-731F-4E65-BD1A-893970DF8F02}" type="slidenum">
              <a:rPr lang="en-GB" smtClean="0"/>
              <a:t>‹#›</a:t>
            </a:fld>
            <a:endParaRPr lang="en-GB" dirty="0"/>
          </a:p>
        </p:txBody>
      </p:sp>
    </p:spTree>
    <p:extLst>
      <p:ext uri="{BB962C8B-B14F-4D97-AF65-F5344CB8AC3E}">
        <p14:creationId xmlns:p14="http://schemas.microsoft.com/office/powerpoint/2010/main" val="3495298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39700" indent="0">
              <a:buNone/>
            </a:pPr>
            <a:r>
              <a:rPr lang="en-GB" sz="1100" b="0" i="0" u="none" strike="noStrike" kern="1200" cap="none" dirty="0">
                <a:solidFill>
                  <a:schemeClr val="tx1"/>
                </a:solidFill>
                <a:effectLst/>
                <a:latin typeface="Arial"/>
                <a:ea typeface="Arial"/>
                <a:cs typeface="Arial"/>
                <a:sym typeface="Arial"/>
              </a:rPr>
              <a:t>This presentation is intended to increase the awareness of employees and contractors regarding business continuity issues. It is in addition to specialized training that will be delivered according to the role that individuals play within the business continuity management system (BCMS).</a:t>
            </a:r>
          </a:p>
          <a:p>
            <a:pPr marL="139700" indent="0">
              <a:buFontTx/>
              <a:buNone/>
            </a:pPr>
            <a:endParaRPr lang="en-GB" sz="1100" b="0" i="0" u="none" strike="noStrike" kern="1200" cap="none" dirty="0">
              <a:solidFill>
                <a:schemeClr val="tx1"/>
              </a:solidFill>
              <a:effectLst/>
              <a:latin typeface="Arial"/>
              <a:ea typeface="Arial"/>
              <a:cs typeface="Arial"/>
              <a:sym typeface="Arial"/>
            </a:endParaRPr>
          </a:p>
          <a:p>
            <a:pPr marL="139700" indent="0">
              <a:buFontTx/>
              <a:buNone/>
            </a:pPr>
            <a:endParaRPr lang="en-GB" sz="1100" b="0" i="0" u="none" strike="noStrike" kern="1200" cap="none" dirty="0">
              <a:solidFill>
                <a:schemeClr val="tx1"/>
              </a:solidFill>
              <a:effectLst/>
              <a:latin typeface="Arial"/>
              <a:ea typeface="Arial"/>
              <a:cs typeface="Arial"/>
              <a:sym typeface="Arial"/>
            </a:endParaRPr>
          </a:p>
          <a:p>
            <a:pPr marL="139700" indent="0">
              <a:buFontTx/>
              <a:buNone/>
            </a:pPr>
            <a:r>
              <a:rPr lang="en-GB" sz="1100" b="1" i="0" u="none" strike="noStrike" kern="1200" cap="none" dirty="0">
                <a:solidFill>
                  <a:schemeClr val="tx1"/>
                </a:solidFill>
                <a:effectLst/>
                <a:latin typeface="Arial"/>
                <a:ea typeface="Arial"/>
                <a:cs typeface="Arial"/>
                <a:sym typeface="Arial"/>
              </a:rPr>
              <a:t>Implementation Guidance: </a:t>
            </a:r>
          </a:p>
          <a:p>
            <a:pPr marL="139700" indent="0">
              <a:buFontTx/>
              <a:buNone/>
            </a:pPr>
            <a:r>
              <a:rPr lang="en-GB" sz="1100" b="1" i="0" u="none" strike="noStrike" kern="1200" cap="none" dirty="0">
                <a:solidFill>
                  <a:schemeClr val="tx1"/>
                </a:solidFill>
                <a:effectLst/>
                <a:latin typeface="Arial"/>
                <a:ea typeface="Arial"/>
                <a:cs typeface="Arial"/>
                <a:sym typeface="Arial"/>
              </a:rPr>
              <a:t> </a:t>
            </a:r>
          </a:p>
          <a:p>
            <a:pPr marL="139700" indent="0">
              <a:buFontTx/>
              <a:buNone/>
            </a:pPr>
            <a:r>
              <a:rPr lang="en-GB" sz="1100" b="1" i="0" u="none" strike="noStrike" kern="1200" cap="none" dirty="0">
                <a:solidFill>
                  <a:schemeClr val="tx1"/>
                </a:solidFill>
                <a:effectLst/>
                <a:latin typeface="Arial"/>
                <a:ea typeface="Arial"/>
                <a:cs typeface="Arial"/>
                <a:sym typeface="Arial"/>
              </a:rPr>
              <a:t>Purpose of this document</a:t>
            </a:r>
          </a:p>
          <a:p>
            <a:pPr marL="139700" indent="0">
              <a:buFontTx/>
              <a:buNone/>
            </a:pPr>
            <a:r>
              <a:rPr lang="en-GB" sz="1100" b="0" i="0" u="none" strike="noStrike" kern="1200" cap="none" dirty="0">
                <a:solidFill>
                  <a:schemeClr val="tx1"/>
                </a:solidFill>
                <a:effectLst/>
                <a:latin typeface="Arial"/>
                <a:ea typeface="Arial"/>
                <a:cs typeface="Arial"/>
                <a:sym typeface="Arial"/>
              </a:rPr>
              <a:t> </a:t>
            </a:r>
          </a:p>
          <a:p>
            <a:pPr marL="139700" indent="0">
              <a:buNone/>
            </a:pPr>
            <a:r>
              <a:rPr lang="en-GB" sz="1100" b="0" i="0" u="none" strike="noStrike" kern="1200" cap="none" dirty="0">
                <a:solidFill>
                  <a:schemeClr val="tx1"/>
                </a:solidFill>
                <a:effectLst/>
                <a:latin typeface="Arial"/>
                <a:ea typeface="Arial"/>
                <a:cs typeface="Arial"/>
                <a:sym typeface="Arial"/>
              </a:rPr>
              <a:t>This presentation is intended to raise awareness of business continuity issues amongst employees and contractors.</a:t>
            </a:r>
          </a:p>
          <a:p>
            <a:pPr marL="139700" indent="0">
              <a:buFontTx/>
              <a:buNone/>
            </a:pPr>
            <a:r>
              <a:rPr lang="en-GB" sz="1100" b="0" i="0" u="none" strike="noStrike" kern="1200" cap="none" dirty="0">
                <a:solidFill>
                  <a:schemeClr val="tx1"/>
                </a:solidFill>
                <a:effectLst/>
                <a:latin typeface="Arial"/>
                <a:ea typeface="Arial"/>
                <a:cs typeface="Arial"/>
                <a:sym typeface="Arial"/>
              </a:rPr>
              <a:t> </a:t>
            </a:r>
          </a:p>
          <a:p>
            <a:pPr marL="139700" indent="0">
              <a:buFontTx/>
              <a:buNone/>
            </a:pPr>
            <a:r>
              <a:rPr lang="en-GB" sz="1100" b="1" i="0" u="none" strike="noStrike" kern="1200" cap="none" dirty="0">
                <a:solidFill>
                  <a:schemeClr val="tx1"/>
                </a:solidFill>
                <a:effectLst/>
                <a:latin typeface="Arial"/>
                <a:ea typeface="Arial"/>
                <a:cs typeface="Arial"/>
                <a:sym typeface="Arial"/>
              </a:rPr>
              <a:t> </a:t>
            </a:r>
          </a:p>
          <a:p>
            <a:pPr marL="139700" indent="0">
              <a:buFontTx/>
              <a:buNone/>
            </a:pPr>
            <a:r>
              <a:rPr lang="en-GB" sz="1100" b="1" i="0" u="none" strike="noStrike" kern="1200" cap="none" dirty="0">
                <a:solidFill>
                  <a:schemeClr val="tx1"/>
                </a:solidFill>
                <a:effectLst/>
                <a:latin typeface="Arial"/>
                <a:ea typeface="Arial"/>
                <a:cs typeface="Arial"/>
                <a:sym typeface="Arial"/>
              </a:rPr>
              <a:t>Areas of the standard addressed</a:t>
            </a:r>
          </a:p>
          <a:p>
            <a:pPr marL="139700" indent="0">
              <a:buFontTx/>
              <a:buNone/>
            </a:pPr>
            <a:r>
              <a:rPr lang="en-GB" sz="1100" b="0" i="0" u="none" strike="noStrike" kern="1200" cap="none" dirty="0">
                <a:solidFill>
                  <a:schemeClr val="tx1"/>
                </a:solidFill>
                <a:effectLst/>
                <a:latin typeface="Arial"/>
                <a:ea typeface="Arial"/>
                <a:cs typeface="Arial"/>
                <a:sym typeface="Arial"/>
              </a:rPr>
              <a:t> </a:t>
            </a:r>
          </a:p>
          <a:p>
            <a:pPr marL="139700" indent="0">
              <a:buNone/>
            </a:pPr>
            <a:r>
              <a:rPr lang="en-GB" sz="1100" b="0" i="0" u="none" strike="noStrike" kern="1200" cap="none" dirty="0">
                <a:solidFill>
                  <a:schemeClr val="tx1"/>
                </a:solidFill>
                <a:effectLst/>
                <a:latin typeface="Arial"/>
                <a:ea typeface="Arial"/>
                <a:cs typeface="Arial"/>
                <a:sym typeface="Arial"/>
              </a:rPr>
              <a:t>The following areas of the ISO 22301 standard are addressed by this document:</a:t>
            </a:r>
          </a:p>
          <a:p>
            <a:pPr marL="139700" indent="0">
              <a:buNone/>
            </a:pPr>
            <a:endParaRPr lang="en-GB" sz="1100" b="0" i="0" u="none" strike="noStrike" kern="1200" cap="none" dirty="0">
              <a:solidFill>
                <a:schemeClr val="tx1"/>
              </a:solidFill>
              <a:effectLst/>
              <a:latin typeface="Arial"/>
              <a:ea typeface="Arial"/>
              <a:cs typeface="Arial"/>
              <a:sym typeface="Arial"/>
            </a:endParaRPr>
          </a:p>
          <a:p>
            <a:pPr marL="139700" indent="0">
              <a:buNone/>
            </a:pPr>
            <a:r>
              <a:rPr lang="en-GB" sz="1100" b="0" i="0" u="none" strike="noStrike" kern="1200" cap="none" dirty="0">
                <a:solidFill>
                  <a:schemeClr val="tx1"/>
                </a:solidFill>
                <a:effectLst/>
                <a:latin typeface="Arial"/>
                <a:ea typeface="Arial"/>
                <a:cs typeface="Arial"/>
                <a:sym typeface="Arial"/>
              </a:rPr>
              <a:t>	7. Support</a:t>
            </a:r>
          </a:p>
          <a:p>
            <a:pPr marL="139700" indent="0">
              <a:buNone/>
            </a:pPr>
            <a:r>
              <a:rPr lang="en-GB" sz="1100" b="0" i="0" u="none" strike="noStrike" kern="1200" cap="none" dirty="0">
                <a:solidFill>
                  <a:schemeClr val="tx1"/>
                </a:solidFill>
                <a:effectLst/>
                <a:latin typeface="Arial"/>
                <a:ea typeface="Arial"/>
                <a:cs typeface="Arial"/>
                <a:sym typeface="Arial"/>
              </a:rPr>
              <a:t>	7.3 Awareness</a:t>
            </a:r>
          </a:p>
          <a:p>
            <a:pPr marL="139700" indent="0">
              <a:buFontTx/>
              <a:buNone/>
            </a:pPr>
            <a:endParaRPr lang="en-GB" sz="1100" b="0" i="0" u="none" strike="noStrike" kern="1200" cap="none" dirty="0">
              <a:solidFill>
                <a:schemeClr val="tx1"/>
              </a:solidFill>
              <a:effectLst/>
              <a:latin typeface="Arial"/>
              <a:ea typeface="Arial"/>
              <a:cs typeface="Arial"/>
              <a:sym typeface="Arial"/>
            </a:endParaRPr>
          </a:p>
          <a:p>
            <a:pPr marL="139700" indent="0">
              <a:buFontTx/>
              <a:buNone/>
            </a:pPr>
            <a:endParaRPr lang="en-GB" sz="1100" b="0" i="0" u="none" strike="noStrike" kern="1200" cap="none" dirty="0">
              <a:solidFill>
                <a:schemeClr val="tx1"/>
              </a:solidFill>
              <a:effectLst/>
              <a:latin typeface="Arial"/>
              <a:ea typeface="Arial"/>
              <a:cs typeface="Arial"/>
              <a:sym typeface="Arial"/>
            </a:endParaRPr>
          </a:p>
          <a:p>
            <a:pPr marL="139700" indent="0">
              <a:buFontTx/>
              <a:buNone/>
            </a:pPr>
            <a:r>
              <a:rPr lang="en-GB" sz="1100" b="1" i="0" u="none" strike="noStrike" kern="1200" cap="none" dirty="0">
                <a:solidFill>
                  <a:schemeClr val="tx1"/>
                </a:solidFill>
                <a:effectLst/>
                <a:latin typeface="Arial"/>
                <a:ea typeface="Arial"/>
                <a:cs typeface="Arial"/>
                <a:sym typeface="Arial"/>
              </a:rPr>
              <a:t>General Guidance</a:t>
            </a:r>
          </a:p>
          <a:p>
            <a:pPr marL="139700" indent="0">
              <a:buFontTx/>
              <a:buNone/>
            </a:pPr>
            <a:r>
              <a:rPr lang="en-GB" sz="1100" b="0" i="0" u="none" strike="noStrike" kern="1200" cap="none" dirty="0">
                <a:solidFill>
                  <a:schemeClr val="tx1"/>
                </a:solidFill>
                <a:effectLst/>
                <a:latin typeface="Arial"/>
                <a:ea typeface="Arial"/>
                <a:cs typeface="Arial"/>
                <a:sym typeface="Arial"/>
              </a:rPr>
              <a:t> </a:t>
            </a:r>
          </a:p>
          <a:p>
            <a:pPr marL="139700" indent="0">
              <a:buNone/>
            </a:pPr>
            <a:r>
              <a:rPr lang="en-GB" sz="1100" b="0" i="0" u="none" strike="noStrike" kern="1200" cap="none" dirty="0">
                <a:solidFill>
                  <a:schemeClr val="tx1"/>
                </a:solidFill>
                <a:effectLst/>
                <a:latin typeface="Arial"/>
                <a:ea typeface="Arial"/>
                <a:cs typeface="Arial"/>
                <a:sym typeface="Arial"/>
              </a:rPr>
              <a:t>The training may be delivered in whatever size groups make sense for your organization and number of locations. You may decide to tailor the presentation to specific audiences e.g. business departments. Tailoring may involve adding additional slides, taking some out and changing the contents of some of them.</a:t>
            </a:r>
          </a:p>
          <a:p>
            <a:pPr marL="139700" indent="0">
              <a:buFontTx/>
              <a:buNone/>
            </a:pPr>
            <a:endParaRPr lang="en-GB" sz="1100" b="0" i="0" u="none" strike="noStrike" kern="1200" cap="none" dirty="0">
              <a:solidFill>
                <a:schemeClr val="tx1"/>
              </a:solidFill>
              <a:effectLst/>
              <a:latin typeface="Arial"/>
              <a:ea typeface="Arial"/>
              <a:cs typeface="Arial"/>
              <a:sym typeface="Arial"/>
            </a:endParaRPr>
          </a:p>
          <a:p>
            <a:pPr marL="139700" indent="0">
              <a:buFontTx/>
              <a:buNone/>
            </a:pPr>
            <a:r>
              <a:rPr lang="en-GB" sz="1100" b="0" i="0" u="none" strike="noStrike" kern="1200" cap="none" dirty="0">
                <a:solidFill>
                  <a:schemeClr val="tx1"/>
                </a:solidFill>
                <a:effectLst/>
                <a:latin typeface="Arial"/>
                <a:ea typeface="Arial"/>
                <a:cs typeface="Arial"/>
                <a:sym typeface="Arial"/>
              </a:rPr>
              <a:t> </a:t>
            </a:r>
          </a:p>
          <a:p>
            <a:pPr marL="139700" indent="0">
              <a:buFontTx/>
              <a:buNone/>
            </a:pPr>
            <a:r>
              <a:rPr lang="en-GB" sz="1100" b="1" i="0" u="none" strike="noStrike" kern="1200" cap="none" dirty="0">
                <a:solidFill>
                  <a:schemeClr val="tx1"/>
                </a:solidFill>
                <a:effectLst/>
                <a:latin typeface="Arial"/>
                <a:ea typeface="Arial"/>
                <a:cs typeface="Arial"/>
                <a:sym typeface="Arial"/>
              </a:rPr>
              <a:t>Review Frequency</a:t>
            </a:r>
          </a:p>
          <a:p>
            <a:pPr marL="139700" indent="0">
              <a:buFontTx/>
              <a:buNone/>
            </a:pPr>
            <a:r>
              <a:rPr lang="en-GB" sz="1100" b="0" i="0" u="none" strike="noStrike" kern="1200" cap="none" dirty="0">
                <a:solidFill>
                  <a:schemeClr val="tx1"/>
                </a:solidFill>
                <a:effectLst/>
                <a:latin typeface="Arial"/>
                <a:ea typeface="Arial"/>
                <a:cs typeface="Arial"/>
                <a:sym typeface="Arial"/>
              </a:rPr>
              <a:t> </a:t>
            </a:r>
          </a:p>
          <a:p>
            <a:pPr marL="139700" indent="0">
              <a:buNone/>
            </a:pPr>
            <a:r>
              <a:rPr lang="en-GB" sz="1100" b="0" i="0" u="none" strike="noStrike" kern="1200" cap="none" dirty="0">
                <a:solidFill>
                  <a:schemeClr val="tx1"/>
                </a:solidFill>
                <a:effectLst/>
                <a:latin typeface="Arial"/>
                <a:ea typeface="Arial"/>
                <a:cs typeface="Arial"/>
                <a:sym typeface="Arial"/>
              </a:rPr>
              <a:t>We would recommend that this document is reviewed annually.</a:t>
            </a:r>
          </a:p>
          <a:p>
            <a:pPr marL="139700" indent="0">
              <a:buFontTx/>
              <a:buNone/>
            </a:pPr>
            <a:r>
              <a:rPr lang="en-GB" sz="1100" b="0" i="0" u="none" strike="noStrike" kern="1200" cap="none" dirty="0">
                <a:solidFill>
                  <a:schemeClr val="tx1"/>
                </a:solidFill>
                <a:effectLst/>
                <a:latin typeface="Arial"/>
                <a:ea typeface="Arial"/>
                <a:cs typeface="Arial"/>
                <a:sym typeface="Arial"/>
              </a:rPr>
              <a:t> </a:t>
            </a:r>
          </a:p>
          <a:p>
            <a:pPr marL="139700" indent="0">
              <a:buFontTx/>
              <a:buNone/>
            </a:pPr>
            <a:r>
              <a:rPr lang="en-GB" sz="1100" b="0" i="0" u="none" strike="noStrike" kern="1200" cap="none" dirty="0">
                <a:solidFill>
                  <a:schemeClr val="tx1"/>
                </a:solidFill>
                <a:effectLst/>
                <a:latin typeface="Arial"/>
                <a:ea typeface="Arial"/>
                <a:cs typeface="Arial"/>
                <a:sym typeface="Arial"/>
              </a:rPr>
              <a:t> </a:t>
            </a:r>
            <a:endParaRPr lang="en-GB" sz="1100" b="1" i="0" u="none" strike="noStrike" kern="1200" cap="none" dirty="0">
              <a:solidFill>
                <a:schemeClr val="tx1"/>
              </a:solidFill>
              <a:effectLst/>
              <a:latin typeface="Arial"/>
              <a:ea typeface="Arial"/>
              <a:cs typeface="Arial"/>
              <a:sym typeface="Arial"/>
            </a:endParaRPr>
          </a:p>
          <a:p>
            <a:pPr marL="139700" indent="0">
              <a:buFontTx/>
              <a:buNone/>
            </a:pPr>
            <a:r>
              <a:rPr lang="en-GB" sz="1100" b="1" i="0" u="none" strike="noStrike" kern="1200" cap="none" dirty="0">
                <a:solidFill>
                  <a:schemeClr val="tx1"/>
                </a:solidFill>
                <a:effectLst/>
                <a:latin typeface="Arial"/>
                <a:ea typeface="Arial"/>
                <a:cs typeface="Arial"/>
                <a:sym typeface="Arial"/>
              </a:rPr>
              <a:t>Toolkit Version Number</a:t>
            </a:r>
          </a:p>
          <a:p>
            <a:pPr marL="139700" indent="0">
              <a:buFontTx/>
              <a:buNone/>
            </a:pPr>
            <a:r>
              <a:rPr lang="en-GB" sz="1100" b="0" i="0" u="none" strike="noStrike" kern="1200" cap="none" dirty="0">
                <a:solidFill>
                  <a:schemeClr val="tx1"/>
                </a:solidFill>
                <a:effectLst/>
                <a:latin typeface="Arial"/>
                <a:ea typeface="Arial"/>
                <a:cs typeface="Arial"/>
                <a:sym typeface="Arial"/>
              </a:rPr>
              <a:t> </a:t>
            </a:r>
          </a:p>
          <a:p>
            <a:pPr marL="139700" indent="0">
              <a:buNone/>
            </a:pPr>
            <a:r>
              <a:rPr lang="en-GB" sz="1100" b="0" i="0" u="none" strike="noStrike" kern="1200" cap="none" dirty="0">
                <a:solidFill>
                  <a:schemeClr val="tx1"/>
                </a:solidFill>
                <a:effectLst/>
                <a:latin typeface="Arial"/>
                <a:ea typeface="Arial"/>
                <a:cs typeface="Arial"/>
                <a:sym typeface="Arial"/>
              </a:rPr>
              <a:t>ISO 22301 Toolkit Version 6 ©CertiKit.</a:t>
            </a:r>
          </a:p>
          <a:p>
            <a:pPr marL="139700" indent="0">
              <a:buFontTx/>
              <a:buNone/>
            </a:pPr>
            <a:r>
              <a:rPr lang="en-GB" sz="1100" b="0" i="0" u="none" strike="noStrike" kern="1200" cap="none" dirty="0">
                <a:solidFill>
                  <a:schemeClr val="tx1"/>
                </a:solidFill>
                <a:effectLst/>
                <a:latin typeface="Arial"/>
                <a:ea typeface="Arial"/>
                <a:cs typeface="Arial"/>
                <a:sym typeface="Arial"/>
              </a:rPr>
              <a:t>  </a:t>
            </a:r>
          </a:p>
          <a:p>
            <a:pPr marL="139700" indent="0">
              <a:buFontTx/>
              <a:buNone/>
            </a:pPr>
            <a:endParaRPr lang="en-GB" sz="1100" b="0" i="0" u="none" strike="noStrike" kern="1200" cap="none" dirty="0">
              <a:solidFill>
                <a:schemeClr val="tx1"/>
              </a:solidFill>
              <a:effectLst/>
              <a:latin typeface="Arial"/>
              <a:ea typeface="Arial"/>
              <a:cs typeface="Arial"/>
              <a:sym typeface="Arial"/>
            </a:endParaRPr>
          </a:p>
          <a:p>
            <a:pPr marL="139700" indent="0">
              <a:buFontTx/>
              <a:buNone/>
            </a:pPr>
            <a:r>
              <a:rPr lang="en-GB" sz="1100" b="1" i="0" u="none" strike="noStrike" kern="1200" cap="none" dirty="0">
                <a:solidFill>
                  <a:schemeClr val="tx1"/>
                </a:solidFill>
                <a:effectLst/>
                <a:latin typeface="Arial"/>
                <a:ea typeface="Arial"/>
                <a:cs typeface="Arial"/>
                <a:sym typeface="Arial"/>
              </a:rPr>
              <a:t>Copyright notice</a:t>
            </a:r>
          </a:p>
          <a:p>
            <a:pPr marL="139700" indent="0">
              <a:buFontTx/>
              <a:buNone/>
            </a:pPr>
            <a:r>
              <a:rPr lang="en-GB" sz="1100" b="0" i="0" u="none" strike="noStrike" kern="1200" cap="none" dirty="0">
                <a:solidFill>
                  <a:schemeClr val="tx1"/>
                </a:solidFill>
                <a:effectLst/>
                <a:latin typeface="Arial"/>
                <a:ea typeface="Arial"/>
                <a:cs typeface="Arial"/>
                <a:sym typeface="Arial"/>
              </a:rPr>
              <a:t> </a:t>
            </a:r>
          </a:p>
          <a:p>
            <a:pPr marL="139700" indent="0">
              <a:buNone/>
            </a:pPr>
            <a:r>
              <a:rPr lang="en-GB" sz="1100" b="0" i="0" u="none" strike="noStrike" kern="1200" cap="none" dirty="0">
                <a:solidFill>
                  <a:schemeClr val="tx1"/>
                </a:solidFill>
                <a:effectLst/>
                <a:latin typeface="Arial"/>
                <a:ea typeface="Arial"/>
                <a:cs typeface="Arial"/>
                <a:sym typeface="Arial"/>
              </a:rPr>
              <a:t>Except for any third party works included in this document, as identified in this document, this document has been authored by CertiKit, and is © copyright CertiKit except as stated below. CertiKit is a company registered in England and Wales with company number 6432088.</a:t>
            </a:r>
          </a:p>
          <a:p>
            <a:pPr marL="139700" indent="0">
              <a:buFontTx/>
              <a:buNone/>
            </a:pPr>
            <a:r>
              <a:rPr lang="en-GB" sz="1100" b="0" i="0" u="none" strike="noStrike" kern="1200" cap="none" dirty="0">
                <a:solidFill>
                  <a:schemeClr val="tx1"/>
                </a:solidFill>
                <a:effectLst/>
                <a:latin typeface="Arial"/>
                <a:ea typeface="Arial"/>
                <a:cs typeface="Arial"/>
                <a:sym typeface="Arial"/>
              </a:rPr>
              <a:t> </a:t>
            </a:r>
          </a:p>
          <a:p>
            <a:pPr marL="139700" indent="0">
              <a:buFontTx/>
              <a:buNone/>
            </a:pPr>
            <a:r>
              <a:rPr lang="en-GB" sz="1100" b="1" i="0" u="none" strike="noStrike" kern="1200" cap="none" dirty="0">
                <a:solidFill>
                  <a:schemeClr val="tx1"/>
                </a:solidFill>
                <a:effectLst/>
                <a:latin typeface="Arial"/>
                <a:ea typeface="Arial"/>
                <a:cs typeface="Arial"/>
                <a:sym typeface="Arial"/>
              </a:rPr>
              <a:t> </a:t>
            </a:r>
          </a:p>
          <a:p>
            <a:pPr marL="139700" indent="0">
              <a:buFontTx/>
              <a:buNone/>
            </a:pPr>
            <a:r>
              <a:rPr lang="en-GB" sz="1100" b="1" i="0" u="none" strike="noStrike" kern="1200" cap="none" dirty="0">
                <a:solidFill>
                  <a:schemeClr val="tx1"/>
                </a:solidFill>
                <a:effectLst/>
                <a:latin typeface="Arial"/>
                <a:ea typeface="Arial"/>
                <a:cs typeface="Arial"/>
                <a:sym typeface="Arial"/>
              </a:rPr>
              <a:t>Licence terms</a:t>
            </a:r>
          </a:p>
          <a:p>
            <a:pPr marL="139700" indent="0">
              <a:buFontTx/>
              <a:buNone/>
            </a:pPr>
            <a:r>
              <a:rPr lang="en-GB" sz="1100" b="0" i="0" u="none" strike="noStrike" kern="1200" cap="none" dirty="0">
                <a:solidFill>
                  <a:schemeClr val="tx1"/>
                </a:solidFill>
                <a:effectLst/>
                <a:latin typeface="Arial"/>
                <a:ea typeface="Arial"/>
                <a:cs typeface="Arial"/>
                <a:sym typeface="Arial"/>
              </a:rPr>
              <a:t> </a:t>
            </a:r>
          </a:p>
          <a:p>
            <a:pPr marL="139700" indent="0">
              <a:buNone/>
            </a:pPr>
            <a:r>
              <a:rPr lang="en-GB" sz="1100" b="0" i="0" u="none" strike="noStrike" kern="1200" cap="none" dirty="0">
                <a:solidFill>
                  <a:schemeClr val="tx1"/>
                </a:solidFill>
                <a:effectLst/>
                <a:latin typeface="Arial"/>
                <a:ea typeface="Arial"/>
                <a:cs typeface="Arial"/>
                <a:sym typeface="Arial"/>
              </a:rPr>
              <a:t>This document is licensed on and subject to the standard licence terms of CertiKit, available on request, or by download from our website.  All other rights are reserved.  Unless you have purchased this product you only have an evaluation licence.  If this product was purchased, a full licence is granted to the person identified as the licensee in the relevant purchase order.  The standard licence terms include special terms relating to any third party copyright included in this document.</a:t>
            </a:r>
          </a:p>
          <a:p>
            <a:pPr marL="139700" indent="0">
              <a:buFontTx/>
              <a:buNone/>
            </a:pPr>
            <a:r>
              <a:rPr lang="en-GB" sz="1100" b="0" i="0" u="none" strike="noStrike" kern="1200" cap="none" dirty="0">
                <a:solidFill>
                  <a:schemeClr val="tx1"/>
                </a:solidFill>
                <a:effectLst/>
                <a:latin typeface="Arial"/>
                <a:ea typeface="Arial"/>
                <a:cs typeface="Arial"/>
                <a:sym typeface="Arial"/>
              </a:rPr>
              <a:t> </a:t>
            </a:r>
          </a:p>
          <a:p>
            <a:pPr marL="139700" indent="0">
              <a:buFontTx/>
              <a:buNone/>
            </a:pPr>
            <a:r>
              <a:rPr lang="en-GB" sz="1100" b="0" i="0" u="none" strike="noStrike" kern="1200" cap="none" dirty="0">
                <a:solidFill>
                  <a:schemeClr val="tx1"/>
                </a:solidFill>
                <a:effectLst/>
                <a:latin typeface="Arial"/>
                <a:ea typeface="Arial"/>
                <a:cs typeface="Arial"/>
                <a:sym typeface="Arial"/>
              </a:rPr>
              <a:t> </a:t>
            </a:r>
          </a:p>
          <a:p>
            <a:pPr marL="139700" indent="0">
              <a:buFontTx/>
              <a:buNone/>
            </a:pPr>
            <a:r>
              <a:rPr lang="en-GB" sz="1100" b="1" i="0" u="none" strike="noStrike" kern="1200" cap="none" dirty="0">
                <a:solidFill>
                  <a:schemeClr val="tx1"/>
                </a:solidFill>
                <a:effectLst/>
                <a:latin typeface="Arial"/>
                <a:ea typeface="Arial"/>
                <a:cs typeface="Arial"/>
                <a:sym typeface="Arial"/>
              </a:rPr>
              <a:t>Disclaimer</a:t>
            </a:r>
          </a:p>
          <a:p>
            <a:pPr marL="139700" indent="0">
              <a:buFontTx/>
              <a:buNone/>
            </a:pPr>
            <a:r>
              <a:rPr lang="en-GB" sz="1100" b="1" i="0" u="none" strike="noStrike" kern="1200" cap="none" dirty="0">
                <a:solidFill>
                  <a:schemeClr val="tx1"/>
                </a:solidFill>
                <a:effectLst/>
                <a:latin typeface="Arial"/>
                <a:ea typeface="Arial"/>
                <a:cs typeface="Arial"/>
                <a:sym typeface="Arial"/>
              </a:rPr>
              <a:t> </a:t>
            </a:r>
          </a:p>
          <a:p>
            <a:pPr marL="139700" indent="0">
              <a:buNone/>
            </a:pPr>
            <a:r>
              <a:rPr lang="en-GB" sz="1100" b="0" i="0" u="none" strike="noStrike" kern="1200" cap="none" dirty="0">
                <a:solidFill>
                  <a:schemeClr val="tx1"/>
                </a:solidFill>
                <a:effectLst/>
                <a:latin typeface="Arial"/>
                <a:ea typeface="Arial"/>
                <a:cs typeface="Arial"/>
                <a:sym typeface="Arial"/>
              </a:rPr>
              <a:t>Please Note: Your use of and reliance on this document template is at your sole risk. Document templates are intended to be used as a starting point only from which you will create your own document and to which you will apply all reasonable quality checks before use.  Therefore please note that it is your responsibility to ensure that the content of any document you create that is based on our templates is correct and appropriate for your needs and complies with relevant laws in your country. You should take all reasonable and proper legal and other professional advice before using this document. CertiKit makes no claims, promises, or guarantees about the accuracy, completeness, or adequacy of our document templates, assumes no duty of care to any person with respect its document templates or their contents, and expressly excludes and disclaims liability for any cost, expense, loss or damage suffered or incurred in reliance on our document templates, or in expectation of our document templates meeting your needs, including (without limitation) as a result of misstatements, errors and omissions in their contents.</a:t>
            </a:r>
          </a:p>
        </p:txBody>
      </p:sp>
      <p:sp>
        <p:nvSpPr>
          <p:cNvPr id="4" name="Slide Number Placeholder 3"/>
          <p:cNvSpPr>
            <a:spLocks noGrp="1"/>
          </p:cNvSpPr>
          <p:nvPr>
            <p:ph type="sldNum" sz="quarter" idx="5"/>
          </p:nvPr>
        </p:nvSpPr>
        <p:spPr/>
        <p:txBody>
          <a:bodyPr/>
          <a:lstStyle/>
          <a:p>
            <a:fld id="{1A56E702-731F-4E65-BD1A-893970DF8F02}" type="slidenum">
              <a:rPr lang="en-GB" smtClean="0"/>
              <a:t>1</a:t>
            </a:fld>
            <a:endParaRPr lang="en-GB" dirty="0"/>
          </a:p>
        </p:txBody>
      </p:sp>
    </p:spTree>
    <p:extLst>
      <p:ext uri="{BB962C8B-B14F-4D97-AF65-F5344CB8AC3E}">
        <p14:creationId xmlns:p14="http://schemas.microsoft.com/office/powerpoint/2010/main" val="4716306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Summarise the agenda. For example: “Today, we’re going to discuss the reasons why we’re investing time in business continuity, how the ISO22301 international standard can help us, what a business continuity management system is, how we have implemented it, and lastly how you can play a part in ensuring the continuity of our business. We’ll take questions at the end.”</a:t>
            </a:r>
          </a:p>
        </p:txBody>
      </p:sp>
      <p:sp>
        <p:nvSpPr>
          <p:cNvPr id="4" name="Slide Number Placeholder 3"/>
          <p:cNvSpPr>
            <a:spLocks noGrp="1"/>
          </p:cNvSpPr>
          <p:nvPr>
            <p:ph type="sldNum" sz="quarter" idx="5"/>
          </p:nvPr>
        </p:nvSpPr>
        <p:spPr/>
        <p:txBody>
          <a:bodyPr/>
          <a:lstStyle/>
          <a:p>
            <a:fld id="{1A56E702-731F-4E65-BD1A-893970DF8F02}" type="slidenum">
              <a:rPr lang="en-GB" smtClean="0"/>
              <a:t>2</a:t>
            </a:fld>
            <a:endParaRPr lang="en-GB" dirty="0"/>
          </a:p>
        </p:txBody>
      </p:sp>
    </p:spTree>
    <p:extLst>
      <p:ext uri="{BB962C8B-B14F-4D97-AF65-F5344CB8AC3E}">
        <p14:creationId xmlns:p14="http://schemas.microsoft.com/office/powerpoint/2010/main" val="3786874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may be a number of key reasons why business continuity is important for your organization and the intention of this slide is to explore with your audience what might happen if the business is disrupted in a significant way, and we haven’t prepared for it. The most obvious one may be that we don’t sell anything during the incident but there can be longer term effects that are more subtle and affect the confidence of our customers, suppliers and other interested parties in our organization’s ability to fulfil its obligations. Customers may decide to go elsewhere if we’re seen as unreliable. Our share price could be affected. Regulators may fine us and we may be prosecuted for failing to comply with legal requirements.</a:t>
            </a:r>
          </a:p>
          <a:p>
            <a:endParaRPr lang="en-GB" dirty="0"/>
          </a:p>
          <a:p>
            <a:r>
              <a:rPr lang="en-GB" dirty="0"/>
              <a:t>On a more positive note, better business continuity preparations may make disruptive events less likely, we may get better insurance rates and we may win more business if we’re seen to be a trustworthy supplier.</a:t>
            </a:r>
          </a:p>
        </p:txBody>
      </p:sp>
      <p:sp>
        <p:nvSpPr>
          <p:cNvPr id="4" name="Slide Number Placeholder 3"/>
          <p:cNvSpPr>
            <a:spLocks noGrp="1"/>
          </p:cNvSpPr>
          <p:nvPr>
            <p:ph type="sldNum" sz="quarter" idx="5"/>
          </p:nvPr>
        </p:nvSpPr>
        <p:spPr/>
        <p:txBody>
          <a:bodyPr/>
          <a:lstStyle/>
          <a:p>
            <a:fld id="{1A56E702-731F-4E65-BD1A-893970DF8F02}" type="slidenum">
              <a:rPr lang="en-GB" smtClean="0"/>
              <a:t>3</a:t>
            </a:fld>
            <a:endParaRPr lang="en-GB" dirty="0"/>
          </a:p>
        </p:txBody>
      </p:sp>
    </p:spTree>
    <p:extLst>
      <p:ext uri="{BB962C8B-B14F-4D97-AF65-F5344CB8AC3E}">
        <p14:creationId xmlns:p14="http://schemas.microsoft.com/office/powerpoint/2010/main" val="27267813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ISO22301 standard defines how a BCMS should be created and run to ensure effective business continuity within an organization. Using the ISO22301 standard is a way to prove to others, such as customers, potential customers, regulators, courts and suppliers that we take business continuity seriously and that we have the right measures in place to manage it. ISO22301 is recognised worldwide and certification by a reputable third party is generally accepted to show that we meet the standard’s requirements.</a:t>
            </a:r>
          </a:p>
        </p:txBody>
      </p:sp>
      <p:sp>
        <p:nvSpPr>
          <p:cNvPr id="4" name="Slide Number Placeholder 3"/>
          <p:cNvSpPr>
            <a:spLocks noGrp="1"/>
          </p:cNvSpPr>
          <p:nvPr>
            <p:ph type="sldNum" sz="quarter" idx="5"/>
          </p:nvPr>
        </p:nvSpPr>
        <p:spPr/>
        <p:txBody>
          <a:bodyPr/>
          <a:lstStyle/>
          <a:p>
            <a:fld id="{1A56E702-731F-4E65-BD1A-893970DF8F02}" type="slidenum">
              <a:rPr lang="en-GB" smtClean="0"/>
              <a:t>4</a:t>
            </a:fld>
            <a:endParaRPr lang="en-GB" dirty="0"/>
          </a:p>
        </p:txBody>
      </p:sp>
    </p:spTree>
    <p:extLst>
      <p:ext uri="{BB962C8B-B14F-4D97-AF65-F5344CB8AC3E}">
        <p14:creationId xmlns:p14="http://schemas.microsoft.com/office/powerpoint/2010/main" val="26844643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39700" indent="0">
              <a:buNone/>
            </a:pPr>
            <a:r>
              <a:rPr lang="en-GB" dirty="0"/>
              <a:t>What ISO22301 describes in its requirements is known as a “Business Continuity Management System” or “BCMS” for short, and that’s what we are putting in place within our organization. A BCMS consists of a framework and set of processes to ensure that we fully define what we need from business continuity, we deliver it and then we continually improve on it over time. Business continuity is not a one-off exercise, it’s an ongoing process or journey and a BCMS ensures that we keep everything up to date. After all, an out-of-date business continuity plan can be worse than useless in an emergency.</a:t>
            </a:r>
          </a:p>
          <a:p>
            <a:endParaRPr lang="en-GB" dirty="0"/>
          </a:p>
          <a:p>
            <a:pPr marL="139700" indent="0">
              <a:buNone/>
            </a:pPr>
            <a:r>
              <a:rPr lang="en-GB" dirty="0"/>
              <a:t>At the high level we have a policy which defines how we, as an organization, will address business continuity. We also need to decide what roles we will use, what each role does and who will fulfil the roles. We then have a set of processes that cover planning, implementation and operation of our business continuity procedures. These are supported by documented information that tells us how thing work, and keeps records of what we </a:t>
            </a:r>
            <a:r>
              <a:rPr lang="en-GB"/>
              <a:t>did.</a:t>
            </a:r>
            <a:endParaRPr lang="en-GB" dirty="0"/>
          </a:p>
          <a:p>
            <a:endParaRPr lang="en-GB" dirty="0"/>
          </a:p>
        </p:txBody>
      </p:sp>
      <p:sp>
        <p:nvSpPr>
          <p:cNvPr id="4" name="Slide Number Placeholder 3"/>
          <p:cNvSpPr>
            <a:spLocks noGrp="1"/>
          </p:cNvSpPr>
          <p:nvPr>
            <p:ph type="sldNum" sz="quarter" idx="5"/>
          </p:nvPr>
        </p:nvSpPr>
        <p:spPr/>
        <p:txBody>
          <a:bodyPr/>
          <a:lstStyle/>
          <a:p>
            <a:fld id="{1A56E702-731F-4E65-BD1A-893970DF8F02}" type="slidenum">
              <a:rPr lang="en-GB" smtClean="0"/>
              <a:t>5</a:t>
            </a:fld>
            <a:endParaRPr lang="en-GB" dirty="0"/>
          </a:p>
        </p:txBody>
      </p:sp>
    </p:spTree>
    <p:extLst>
      <p:ext uri="{BB962C8B-B14F-4D97-AF65-F5344CB8AC3E}">
        <p14:creationId xmlns:p14="http://schemas.microsoft.com/office/powerpoint/2010/main" val="2773965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At the highest level of our BCMS is the business continuity policy. This sets out our approach to managing the BCMS, which in turn defines our business continuity plans, procedures, strategies and solutions. Among other things, the policy describes how we set objectives, how we manage risk to the business and how we will improve our systems to make them as effective as possible.</a:t>
            </a:r>
          </a:p>
          <a:p>
            <a:endParaRPr lang="en-GB" dirty="0"/>
          </a:p>
        </p:txBody>
      </p:sp>
      <p:sp>
        <p:nvSpPr>
          <p:cNvPr id="4" name="Slide Number Placeholder 3"/>
          <p:cNvSpPr>
            <a:spLocks noGrp="1"/>
          </p:cNvSpPr>
          <p:nvPr>
            <p:ph type="sldNum" sz="quarter" idx="5"/>
          </p:nvPr>
        </p:nvSpPr>
        <p:spPr/>
        <p:txBody>
          <a:bodyPr/>
          <a:lstStyle/>
          <a:p>
            <a:fld id="{1A56E702-731F-4E65-BD1A-893970DF8F02}" type="slidenum">
              <a:rPr lang="en-GB" smtClean="0"/>
              <a:t>6</a:t>
            </a:fld>
            <a:endParaRPr lang="en-GB" dirty="0"/>
          </a:p>
        </p:txBody>
      </p:sp>
    </p:spTree>
    <p:extLst>
      <p:ext uri="{BB962C8B-B14F-4D97-AF65-F5344CB8AC3E}">
        <p14:creationId xmlns:p14="http://schemas.microsoft.com/office/powerpoint/2010/main" val="26223697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Our current business continuity objectives are shown here. These are to do with how we approach business continuity, rather than how we will recover if a disruptive event happens. Our objectives are guided by the outcomes of our business impact analysis, which identifies those business areas we really need to protect, and our risk assessment, which clarifies those threats we really need to worry about and plan for.  Based on these, we create our business continuity strategies, solutions, plans and procedures which will be used in the event of something bad happening. </a:t>
            </a:r>
          </a:p>
        </p:txBody>
      </p:sp>
      <p:sp>
        <p:nvSpPr>
          <p:cNvPr id="4" name="Slide Number Placeholder 3"/>
          <p:cNvSpPr>
            <a:spLocks noGrp="1"/>
          </p:cNvSpPr>
          <p:nvPr>
            <p:ph type="sldNum" sz="quarter" idx="5"/>
          </p:nvPr>
        </p:nvSpPr>
        <p:spPr/>
        <p:txBody>
          <a:bodyPr/>
          <a:lstStyle/>
          <a:p>
            <a:fld id="{1A56E702-731F-4E65-BD1A-893970DF8F02}" type="slidenum">
              <a:rPr lang="en-GB" smtClean="0"/>
              <a:t>7</a:t>
            </a:fld>
            <a:endParaRPr lang="en-GB" dirty="0"/>
          </a:p>
        </p:txBody>
      </p:sp>
    </p:spTree>
    <p:extLst>
      <p:ext uri="{BB962C8B-B14F-4D97-AF65-F5344CB8AC3E}">
        <p14:creationId xmlns:p14="http://schemas.microsoft.com/office/powerpoint/2010/main" val="3358197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should define the main roles you have identified in your BCMS and summarise what they do. This should match what it says in your Roles, Responsibilities and Authorities document. Tailor the content to your audience so that it relates to their job </a:t>
            </a:r>
            <a:r>
              <a:rPr lang="en-GB"/>
              <a:t>roles.</a:t>
            </a:r>
            <a:endParaRPr lang="en-GB" dirty="0"/>
          </a:p>
        </p:txBody>
      </p:sp>
      <p:sp>
        <p:nvSpPr>
          <p:cNvPr id="4" name="Slide Number Placeholder 3"/>
          <p:cNvSpPr>
            <a:spLocks noGrp="1"/>
          </p:cNvSpPr>
          <p:nvPr>
            <p:ph type="sldNum" sz="quarter" idx="5"/>
          </p:nvPr>
        </p:nvSpPr>
        <p:spPr/>
        <p:txBody>
          <a:bodyPr/>
          <a:lstStyle/>
          <a:p>
            <a:fld id="{1A56E702-731F-4E65-BD1A-893970DF8F02}" type="slidenum">
              <a:rPr lang="en-GB" smtClean="0"/>
              <a:t>8</a:t>
            </a:fld>
            <a:endParaRPr lang="en-GB" dirty="0"/>
          </a:p>
        </p:txBody>
      </p:sp>
    </p:spTree>
    <p:extLst>
      <p:ext uri="{BB962C8B-B14F-4D97-AF65-F5344CB8AC3E}">
        <p14:creationId xmlns:p14="http://schemas.microsoft.com/office/powerpoint/2010/main" val="22782986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 an employee, contractor, supplier or other stakeholder in the organization, you can help to protect the business in a number of ways. Please make yourself aware of the business continuity policy and ensure that you comply with its contents where appropriate. Consider what could be done in your area to reduce risk by taking action now, rather than waiting for something to go wrong. Make the business continuity team aware of changes that might mean that our plans need to be adapted so that they still work. Raise the alarm if you become aware of an incident that may need the business to invoke our plans and, if that does happen, make sure you follow the plans and procedures carefully.</a:t>
            </a:r>
          </a:p>
          <a:p>
            <a:endParaRPr lang="en-GB" dirty="0"/>
          </a:p>
          <a:p>
            <a:r>
              <a:rPr lang="en-GB" dirty="0"/>
              <a:t>We do test our plans and procedures regularly, so we may ask you to be involved in business continuity exercises and tests.</a:t>
            </a:r>
          </a:p>
        </p:txBody>
      </p:sp>
      <p:sp>
        <p:nvSpPr>
          <p:cNvPr id="4" name="Slide Number Placeholder 3"/>
          <p:cNvSpPr>
            <a:spLocks noGrp="1"/>
          </p:cNvSpPr>
          <p:nvPr>
            <p:ph type="sldNum" sz="quarter" idx="5"/>
          </p:nvPr>
        </p:nvSpPr>
        <p:spPr/>
        <p:txBody>
          <a:bodyPr/>
          <a:lstStyle/>
          <a:p>
            <a:fld id="{1A56E702-731F-4E65-BD1A-893970DF8F02}" type="slidenum">
              <a:rPr lang="en-GB" smtClean="0"/>
              <a:t>9</a:t>
            </a:fld>
            <a:endParaRPr lang="en-GB" dirty="0"/>
          </a:p>
        </p:txBody>
      </p:sp>
    </p:spTree>
    <p:extLst>
      <p:ext uri="{BB962C8B-B14F-4D97-AF65-F5344CB8AC3E}">
        <p14:creationId xmlns:p14="http://schemas.microsoft.com/office/powerpoint/2010/main" val="9925325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Invite any questions about business continuity, the ISO22301 standard and any other areas needing clarification.</a:t>
            </a:r>
          </a:p>
        </p:txBody>
      </p:sp>
      <p:sp>
        <p:nvSpPr>
          <p:cNvPr id="4" name="Slide Number Placeholder 3"/>
          <p:cNvSpPr>
            <a:spLocks noGrp="1"/>
          </p:cNvSpPr>
          <p:nvPr>
            <p:ph type="sldNum" sz="quarter" idx="5"/>
          </p:nvPr>
        </p:nvSpPr>
        <p:spPr/>
        <p:txBody>
          <a:bodyPr/>
          <a:lstStyle/>
          <a:p>
            <a:fld id="{1A56E702-731F-4E65-BD1A-893970DF8F02}" type="slidenum">
              <a:rPr lang="en-GB" smtClean="0"/>
              <a:t>10</a:t>
            </a:fld>
            <a:endParaRPr lang="en-GB" dirty="0"/>
          </a:p>
        </p:txBody>
      </p:sp>
    </p:spTree>
    <p:extLst>
      <p:ext uri="{BB962C8B-B14F-4D97-AF65-F5344CB8AC3E}">
        <p14:creationId xmlns:p14="http://schemas.microsoft.com/office/powerpoint/2010/main" val="509195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1538861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32528875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2757632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1507772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2221671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31588424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18462789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1662081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3589444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1346666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23735356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807768C-7AF8-4984-B91C-38AB83166A03}" type="slidenum">
              <a:rPr lang="en-GB" smtClean="0"/>
              <a:t>‹#›</a:t>
            </a:fld>
            <a:endParaRPr lang="en-GB" dirty="0"/>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375408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1434470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22259090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38365927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12680333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37A5C8-08D1-41FD-B723-B456497E236A}" type="datetimeFigureOut">
              <a:rPr lang="en-GB" smtClean="0"/>
              <a:t>21/09/2021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807768C-7AF8-4984-B91C-38AB83166A03}" type="slidenum">
              <a:rPr lang="en-GB" smtClean="0"/>
              <a:t>‹#›</a:t>
            </a:fld>
            <a:endParaRPr lang="en-GB" dirty="0"/>
          </a:p>
        </p:txBody>
      </p:sp>
    </p:spTree>
    <p:extLst>
      <p:ext uri="{BB962C8B-B14F-4D97-AF65-F5344CB8AC3E}">
        <p14:creationId xmlns:p14="http://schemas.microsoft.com/office/powerpoint/2010/main" val="598413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0C37A5C8-08D1-41FD-B723-B456497E236A}" type="datetimeFigureOut">
              <a:rPr lang="en-GB" smtClean="0"/>
              <a:t>21/09/2021</a:t>
            </a:fld>
            <a:endParaRPr lang="en-GB"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GB"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E807768C-7AF8-4984-B91C-38AB83166A03}" type="slidenum">
              <a:rPr lang="en-GB" smtClean="0"/>
              <a:t>‹#›</a:t>
            </a:fld>
            <a:endParaRPr lang="en-GB" dirty="0"/>
          </a:p>
        </p:txBody>
      </p:sp>
    </p:spTree>
    <p:extLst>
      <p:ext uri="{BB962C8B-B14F-4D97-AF65-F5344CB8AC3E}">
        <p14:creationId xmlns:p14="http://schemas.microsoft.com/office/powerpoint/2010/main" val="1293079518"/>
      </p:ext>
    </p:extLst>
  </p:cSld>
  <p:clrMap bg1="dk1" tx1="lt1" bg2="dk2" tx2="lt2" accent1="accent1" accent2="accent2" accent3="accent3" accent4="accent4" accent5="accent5" accent6="accent6" hlink="hlink" folHlink="folHlink"/>
  <p:sldLayoutIdLst>
    <p:sldLayoutId id="2147483971" r:id="rId1"/>
    <p:sldLayoutId id="2147483972" r:id="rId2"/>
    <p:sldLayoutId id="2147483973" r:id="rId3"/>
    <p:sldLayoutId id="2147483974" r:id="rId4"/>
    <p:sldLayoutId id="2147483975" r:id="rId5"/>
    <p:sldLayoutId id="2147483976" r:id="rId6"/>
    <p:sldLayoutId id="2147483977" r:id="rId7"/>
    <p:sldLayoutId id="2147483978" r:id="rId8"/>
    <p:sldLayoutId id="2147483979" r:id="rId9"/>
    <p:sldLayoutId id="2147483980" r:id="rId10"/>
    <p:sldLayoutId id="2147483981" r:id="rId11"/>
    <p:sldLayoutId id="2147483982" r:id="rId12"/>
    <p:sldLayoutId id="2147483983" r:id="rId13"/>
    <p:sldLayoutId id="2147483984" r:id="rId14"/>
    <p:sldLayoutId id="2147483985" r:id="rId15"/>
    <p:sldLayoutId id="2147483986" r:id="rId16"/>
    <p:sldLayoutId id="2147483987"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png"/><Relationship Id="rId7" Type="http://schemas.openxmlformats.org/officeDocument/2006/relationships/diagramColors" Target="../diagrams/colors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png"/><Relationship Id="rId7" Type="http://schemas.openxmlformats.org/officeDocument/2006/relationships/diagramColors" Target="../diagrams/colors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0.xml.rels><?xml version="1.0" encoding="UTF-8" standalone="yes"?>
<Relationships xmlns="http://schemas.openxmlformats.org/package/2006/relationships"><Relationship Id="rId3" Type="http://schemas.microsoft.com/office/2017/06/relationships/model3d" Target="../media/model3d1.glb"/><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F0721-A6B0-4F8C-B51A-4AA0069AB580}"/>
              </a:ext>
            </a:extLst>
          </p:cNvPr>
          <p:cNvSpPr>
            <a:spLocks noGrp="1"/>
          </p:cNvSpPr>
          <p:nvPr>
            <p:ph type="ctrTitle"/>
          </p:nvPr>
        </p:nvSpPr>
        <p:spPr>
          <a:xfrm>
            <a:off x="381447" y="4883128"/>
            <a:ext cx="10972354" cy="984272"/>
          </a:xfrm>
        </p:spPr>
        <p:txBody>
          <a:bodyPr>
            <a:noAutofit/>
          </a:bodyPr>
          <a:lstStyle/>
          <a:p>
            <a:r>
              <a:rPr lang="en-GB" sz="6600" dirty="0"/>
              <a:t>Business Continuity</a:t>
            </a:r>
          </a:p>
        </p:txBody>
      </p:sp>
      <p:sp>
        <p:nvSpPr>
          <p:cNvPr id="3" name="Subtitle 2">
            <a:extLst>
              <a:ext uri="{FF2B5EF4-FFF2-40B4-BE49-F238E27FC236}">
                <a16:creationId xmlns:a16="http://schemas.microsoft.com/office/drawing/2014/main" id="{B0CD2686-F015-4A00-9BBF-7913E7551750}"/>
              </a:ext>
            </a:extLst>
          </p:cNvPr>
          <p:cNvSpPr>
            <a:spLocks noGrp="1"/>
          </p:cNvSpPr>
          <p:nvPr>
            <p:ph type="subTitle" idx="1"/>
          </p:nvPr>
        </p:nvSpPr>
        <p:spPr>
          <a:xfrm>
            <a:off x="1039107" y="4113475"/>
            <a:ext cx="10314692" cy="754025"/>
          </a:xfrm>
        </p:spPr>
        <p:txBody>
          <a:bodyPr/>
          <a:lstStyle/>
          <a:p>
            <a:r>
              <a:rPr lang="en-GB" dirty="0"/>
              <a:t>ISO22301 Awareness Training</a:t>
            </a:r>
          </a:p>
        </p:txBody>
      </p:sp>
      <p:pic>
        <p:nvPicPr>
          <p:cNvPr id="4" name="Picture 3" descr="Logo&#10;&#10;Description automatically generated with low confidence">
            <a:extLst>
              <a:ext uri="{FF2B5EF4-FFF2-40B4-BE49-F238E27FC236}">
                <a16:creationId xmlns:a16="http://schemas.microsoft.com/office/drawing/2014/main" id="{0E66B1C5-8E3C-444D-B241-78923BE8B4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446" y="367479"/>
            <a:ext cx="3384247" cy="883251"/>
          </a:xfrm>
          <a:prstGeom prst="rect">
            <a:avLst/>
          </a:prstGeom>
        </p:spPr>
      </p:pic>
    </p:spTree>
    <p:extLst>
      <p:ext uri="{BB962C8B-B14F-4D97-AF65-F5344CB8AC3E}">
        <p14:creationId xmlns:p14="http://schemas.microsoft.com/office/powerpoint/2010/main" val="2218175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26" presetClass="emph" presetSubtype="0" fill="hold" grpId="0" nodeType="withEffect">
                                  <p:stCondLst>
                                    <p:cond delay="0"/>
                                  </p:stCondLst>
                                  <p:childTnLst>
                                    <p:animEffect transition="out" filter="fade">
                                      <p:cBhvr>
                                        <p:cTn id="8" dur="1000" tmFilter="0, 0; .2, .5; .8, .5; 1, 0"/>
                                        <p:tgtEl>
                                          <p:spTgt spid="2"/>
                                        </p:tgtEl>
                                      </p:cBhvr>
                                    </p:animEffect>
                                    <p:animScale>
                                      <p:cBhvr>
                                        <p:cTn id="9" dur="500" autoRev="1"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021CF-2AF6-447D-A922-A52540C0F846}"/>
              </a:ext>
            </a:extLst>
          </p:cNvPr>
          <p:cNvSpPr>
            <a:spLocks noGrp="1"/>
          </p:cNvSpPr>
          <p:nvPr>
            <p:ph type="title"/>
          </p:nvPr>
        </p:nvSpPr>
        <p:spPr/>
        <p:txBody>
          <a:bodyPr/>
          <a:lstStyle/>
          <a:p>
            <a:r>
              <a:rPr lang="en-GB" dirty="0"/>
              <a:t>Agenda</a:t>
            </a:r>
          </a:p>
        </p:txBody>
      </p:sp>
      <p:graphicFrame>
        <p:nvGraphicFramePr>
          <p:cNvPr id="24" name="Content Placeholder 23">
            <a:extLst>
              <a:ext uri="{FF2B5EF4-FFF2-40B4-BE49-F238E27FC236}">
                <a16:creationId xmlns:a16="http://schemas.microsoft.com/office/drawing/2014/main" id="{281DF801-9F62-44DE-94D8-DA527C0AAB86}"/>
              </a:ext>
            </a:extLst>
          </p:cNvPr>
          <p:cNvGraphicFramePr>
            <a:graphicFrameLocks noGrp="1"/>
          </p:cNvGraphicFramePr>
          <p:nvPr>
            <p:ph idx="1"/>
            <p:extLst>
              <p:ext uri="{D42A27DB-BD31-4B8C-83A1-F6EECF244321}">
                <p14:modId xmlns:p14="http://schemas.microsoft.com/office/powerpoint/2010/main" val="1226328331"/>
              </p:ext>
            </p:extLst>
          </p:nvPr>
        </p:nvGraphicFramePr>
        <p:xfrm>
          <a:off x="1120775" y="1825625"/>
          <a:ext cx="10233025"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5888404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4">
                                            <p:graphicEl>
                                              <a:dgm id="{FA85ABA2-7C03-4FE5-86E9-4C6411D7E205}"/>
                                            </p:graphicEl>
                                          </p:spTgt>
                                        </p:tgtEl>
                                        <p:attrNameLst>
                                          <p:attrName>style.visibility</p:attrName>
                                        </p:attrNameLst>
                                      </p:cBhvr>
                                      <p:to>
                                        <p:strVal val="visible"/>
                                      </p:to>
                                    </p:set>
                                    <p:animEffect transition="in" filter="fade">
                                      <p:cBhvr>
                                        <p:cTn id="7" dur="1000"/>
                                        <p:tgtEl>
                                          <p:spTgt spid="24">
                                            <p:graphicEl>
                                              <a:dgm id="{FA85ABA2-7C03-4FE5-86E9-4C6411D7E205}"/>
                                            </p:graphicEl>
                                          </p:spTgt>
                                        </p:tgtEl>
                                      </p:cBhvr>
                                    </p:animEffect>
                                    <p:anim calcmode="lin" valueType="num">
                                      <p:cBhvr>
                                        <p:cTn id="8" dur="1000" fill="hold"/>
                                        <p:tgtEl>
                                          <p:spTgt spid="24">
                                            <p:graphicEl>
                                              <a:dgm id="{FA85ABA2-7C03-4FE5-86E9-4C6411D7E205}"/>
                                            </p:graphicEl>
                                          </p:spTgt>
                                        </p:tgtEl>
                                        <p:attrNameLst>
                                          <p:attrName>ppt_x</p:attrName>
                                        </p:attrNameLst>
                                      </p:cBhvr>
                                      <p:tavLst>
                                        <p:tav tm="0">
                                          <p:val>
                                            <p:strVal val="#ppt_x"/>
                                          </p:val>
                                        </p:tav>
                                        <p:tav tm="100000">
                                          <p:val>
                                            <p:strVal val="#ppt_x"/>
                                          </p:val>
                                        </p:tav>
                                      </p:tavLst>
                                    </p:anim>
                                    <p:anim calcmode="lin" valueType="num">
                                      <p:cBhvr>
                                        <p:cTn id="9" dur="1000" fill="hold"/>
                                        <p:tgtEl>
                                          <p:spTgt spid="24">
                                            <p:graphicEl>
                                              <a:dgm id="{FA85ABA2-7C03-4FE5-86E9-4C6411D7E205}"/>
                                            </p:graphic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4">
                                            <p:graphicEl>
                                              <a:dgm id="{BCEF9220-0291-4A5E-B331-26345372F3F8}"/>
                                            </p:graphicEl>
                                          </p:spTgt>
                                        </p:tgtEl>
                                        <p:attrNameLst>
                                          <p:attrName>style.visibility</p:attrName>
                                        </p:attrNameLst>
                                      </p:cBhvr>
                                      <p:to>
                                        <p:strVal val="visible"/>
                                      </p:to>
                                    </p:set>
                                    <p:animEffect transition="in" filter="fade">
                                      <p:cBhvr>
                                        <p:cTn id="14" dur="1000"/>
                                        <p:tgtEl>
                                          <p:spTgt spid="24">
                                            <p:graphicEl>
                                              <a:dgm id="{BCEF9220-0291-4A5E-B331-26345372F3F8}"/>
                                            </p:graphicEl>
                                          </p:spTgt>
                                        </p:tgtEl>
                                      </p:cBhvr>
                                    </p:animEffect>
                                    <p:anim calcmode="lin" valueType="num">
                                      <p:cBhvr>
                                        <p:cTn id="15" dur="1000" fill="hold"/>
                                        <p:tgtEl>
                                          <p:spTgt spid="24">
                                            <p:graphicEl>
                                              <a:dgm id="{BCEF9220-0291-4A5E-B331-26345372F3F8}"/>
                                            </p:graphicEl>
                                          </p:spTgt>
                                        </p:tgtEl>
                                        <p:attrNameLst>
                                          <p:attrName>ppt_x</p:attrName>
                                        </p:attrNameLst>
                                      </p:cBhvr>
                                      <p:tavLst>
                                        <p:tav tm="0">
                                          <p:val>
                                            <p:strVal val="#ppt_x"/>
                                          </p:val>
                                        </p:tav>
                                        <p:tav tm="100000">
                                          <p:val>
                                            <p:strVal val="#ppt_x"/>
                                          </p:val>
                                        </p:tav>
                                      </p:tavLst>
                                    </p:anim>
                                    <p:anim calcmode="lin" valueType="num">
                                      <p:cBhvr>
                                        <p:cTn id="16" dur="1000" fill="hold"/>
                                        <p:tgtEl>
                                          <p:spTgt spid="24">
                                            <p:graphicEl>
                                              <a:dgm id="{BCEF9220-0291-4A5E-B331-26345372F3F8}"/>
                                            </p:graphic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4">
                                            <p:graphicEl>
                                              <a:dgm id="{C90F9686-C197-4D9A-9405-F68BEBCB94D1}"/>
                                            </p:graphicEl>
                                          </p:spTgt>
                                        </p:tgtEl>
                                        <p:attrNameLst>
                                          <p:attrName>style.visibility</p:attrName>
                                        </p:attrNameLst>
                                      </p:cBhvr>
                                      <p:to>
                                        <p:strVal val="visible"/>
                                      </p:to>
                                    </p:set>
                                    <p:animEffect transition="in" filter="fade">
                                      <p:cBhvr>
                                        <p:cTn id="21" dur="1000"/>
                                        <p:tgtEl>
                                          <p:spTgt spid="24">
                                            <p:graphicEl>
                                              <a:dgm id="{C90F9686-C197-4D9A-9405-F68BEBCB94D1}"/>
                                            </p:graphicEl>
                                          </p:spTgt>
                                        </p:tgtEl>
                                      </p:cBhvr>
                                    </p:animEffect>
                                    <p:anim calcmode="lin" valueType="num">
                                      <p:cBhvr>
                                        <p:cTn id="22" dur="1000" fill="hold"/>
                                        <p:tgtEl>
                                          <p:spTgt spid="24">
                                            <p:graphicEl>
                                              <a:dgm id="{C90F9686-C197-4D9A-9405-F68BEBCB94D1}"/>
                                            </p:graphicEl>
                                          </p:spTgt>
                                        </p:tgtEl>
                                        <p:attrNameLst>
                                          <p:attrName>ppt_x</p:attrName>
                                        </p:attrNameLst>
                                      </p:cBhvr>
                                      <p:tavLst>
                                        <p:tav tm="0">
                                          <p:val>
                                            <p:strVal val="#ppt_x"/>
                                          </p:val>
                                        </p:tav>
                                        <p:tav tm="100000">
                                          <p:val>
                                            <p:strVal val="#ppt_x"/>
                                          </p:val>
                                        </p:tav>
                                      </p:tavLst>
                                    </p:anim>
                                    <p:anim calcmode="lin" valueType="num">
                                      <p:cBhvr>
                                        <p:cTn id="23" dur="1000" fill="hold"/>
                                        <p:tgtEl>
                                          <p:spTgt spid="24">
                                            <p:graphicEl>
                                              <a:dgm id="{C90F9686-C197-4D9A-9405-F68BEBCB94D1}"/>
                                            </p:graphic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4">
                                            <p:graphicEl>
                                              <a:dgm id="{D07E158E-20FD-412D-99E9-88ACEED3BA52}"/>
                                            </p:graphicEl>
                                          </p:spTgt>
                                        </p:tgtEl>
                                        <p:attrNameLst>
                                          <p:attrName>style.visibility</p:attrName>
                                        </p:attrNameLst>
                                      </p:cBhvr>
                                      <p:to>
                                        <p:strVal val="visible"/>
                                      </p:to>
                                    </p:set>
                                    <p:animEffect transition="in" filter="fade">
                                      <p:cBhvr>
                                        <p:cTn id="28" dur="1000"/>
                                        <p:tgtEl>
                                          <p:spTgt spid="24">
                                            <p:graphicEl>
                                              <a:dgm id="{D07E158E-20FD-412D-99E9-88ACEED3BA52}"/>
                                            </p:graphicEl>
                                          </p:spTgt>
                                        </p:tgtEl>
                                      </p:cBhvr>
                                    </p:animEffect>
                                    <p:anim calcmode="lin" valueType="num">
                                      <p:cBhvr>
                                        <p:cTn id="29" dur="1000" fill="hold"/>
                                        <p:tgtEl>
                                          <p:spTgt spid="24">
                                            <p:graphicEl>
                                              <a:dgm id="{D07E158E-20FD-412D-99E9-88ACEED3BA52}"/>
                                            </p:graphicEl>
                                          </p:spTgt>
                                        </p:tgtEl>
                                        <p:attrNameLst>
                                          <p:attrName>ppt_x</p:attrName>
                                        </p:attrNameLst>
                                      </p:cBhvr>
                                      <p:tavLst>
                                        <p:tav tm="0">
                                          <p:val>
                                            <p:strVal val="#ppt_x"/>
                                          </p:val>
                                        </p:tav>
                                        <p:tav tm="100000">
                                          <p:val>
                                            <p:strVal val="#ppt_x"/>
                                          </p:val>
                                        </p:tav>
                                      </p:tavLst>
                                    </p:anim>
                                    <p:anim calcmode="lin" valueType="num">
                                      <p:cBhvr>
                                        <p:cTn id="30" dur="1000" fill="hold"/>
                                        <p:tgtEl>
                                          <p:spTgt spid="24">
                                            <p:graphicEl>
                                              <a:dgm id="{D07E158E-20FD-412D-99E9-88ACEED3BA52}"/>
                                            </p:graphic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4">
                                            <p:graphicEl>
                                              <a:dgm id="{8FB788F9-CB5C-44DE-A21C-E9A066BBC2E8}"/>
                                            </p:graphicEl>
                                          </p:spTgt>
                                        </p:tgtEl>
                                        <p:attrNameLst>
                                          <p:attrName>style.visibility</p:attrName>
                                        </p:attrNameLst>
                                      </p:cBhvr>
                                      <p:to>
                                        <p:strVal val="visible"/>
                                      </p:to>
                                    </p:set>
                                    <p:animEffect transition="in" filter="fade">
                                      <p:cBhvr>
                                        <p:cTn id="35" dur="1000"/>
                                        <p:tgtEl>
                                          <p:spTgt spid="24">
                                            <p:graphicEl>
                                              <a:dgm id="{8FB788F9-CB5C-44DE-A21C-E9A066BBC2E8}"/>
                                            </p:graphicEl>
                                          </p:spTgt>
                                        </p:tgtEl>
                                      </p:cBhvr>
                                    </p:animEffect>
                                    <p:anim calcmode="lin" valueType="num">
                                      <p:cBhvr>
                                        <p:cTn id="36" dur="1000" fill="hold"/>
                                        <p:tgtEl>
                                          <p:spTgt spid="24">
                                            <p:graphicEl>
                                              <a:dgm id="{8FB788F9-CB5C-44DE-A21C-E9A066BBC2E8}"/>
                                            </p:graphicEl>
                                          </p:spTgt>
                                        </p:tgtEl>
                                        <p:attrNameLst>
                                          <p:attrName>ppt_x</p:attrName>
                                        </p:attrNameLst>
                                      </p:cBhvr>
                                      <p:tavLst>
                                        <p:tav tm="0">
                                          <p:val>
                                            <p:strVal val="#ppt_x"/>
                                          </p:val>
                                        </p:tav>
                                        <p:tav tm="100000">
                                          <p:val>
                                            <p:strVal val="#ppt_x"/>
                                          </p:val>
                                        </p:tav>
                                      </p:tavLst>
                                    </p:anim>
                                    <p:anim calcmode="lin" valueType="num">
                                      <p:cBhvr>
                                        <p:cTn id="37" dur="1000" fill="hold"/>
                                        <p:tgtEl>
                                          <p:spTgt spid="24">
                                            <p:graphicEl>
                                              <a:dgm id="{8FB788F9-CB5C-44DE-A21C-E9A066BBC2E8}"/>
                                            </p:graphic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4">
                                            <p:graphicEl>
                                              <a:dgm id="{E0D059B6-3E0D-4733-AD39-9230A76B35E1}"/>
                                            </p:graphicEl>
                                          </p:spTgt>
                                        </p:tgtEl>
                                        <p:attrNameLst>
                                          <p:attrName>style.visibility</p:attrName>
                                        </p:attrNameLst>
                                      </p:cBhvr>
                                      <p:to>
                                        <p:strVal val="visible"/>
                                      </p:to>
                                    </p:set>
                                    <p:animEffect transition="in" filter="fade">
                                      <p:cBhvr>
                                        <p:cTn id="42" dur="1000"/>
                                        <p:tgtEl>
                                          <p:spTgt spid="24">
                                            <p:graphicEl>
                                              <a:dgm id="{E0D059B6-3E0D-4733-AD39-9230A76B35E1}"/>
                                            </p:graphicEl>
                                          </p:spTgt>
                                        </p:tgtEl>
                                      </p:cBhvr>
                                    </p:animEffect>
                                    <p:anim calcmode="lin" valueType="num">
                                      <p:cBhvr>
                                        <p:cTn id="43" dur="1000" fill="hold"/>
                                        <p:tgtEl>
                                          <p:spTgt spid="24">
                                            <p:graphicEl>
                                              <a:dgm id="{E0D059B6-3E0D-4733-AD39-9230A76B35E1}"/>
                                            </p:graphicEl>
                                          </p:spTgt>
                                        </p:tgtEl>
                                        <p:attrNameLst>
                                          <p:attrName>ppt_x</p:attrName>
                                        </p:attrNameLst>
                                      </p:cBhvr>
                                      <p:tavLst>
                                        <p:tav tm="0">
                                          <p:val>
                                            <p:strVal val="#ppt_x"/>
                                          </p:val>
                                        </p:tav>
                                        <p:tav tm="100000">
                                          <p:val>
                                            <p:strVal val="#ppt_x"/>
                                          </p:val>
                                        </p:tav>
                                      </p:tavLst>
                                    </p:anim>
                                    <p:anim calcmode="lin" valueType="num">
                                      <p:cBhvr>
                                        <p:cTn id="44" dur="1000" fill="hold"/>
                                        <p:tgtEl>
                                          <p:spTgt spid="24">
                                            <p:graphicEl>
                                              <a:dgm id="{E0D059B6-3E0D-4733-AD39-9230A76B35E1}"/>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4" grpId="0" uiExpand="1">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5" name="Picture 4" descr="Magnifying glass showing decling performance">
            <a:extLst>
              <a:ext uri="{FF2B5EF4-FFF2-40B4-BE49-F238E27FC236}">
                <a16:creationId xmlns:a16="http://schemas.microsoft.com/office/drawing/2014/main" id="{D4443CB3-83DD-4AA3-A64C-4BC85556123A}"/>
              </a:ext>
            </a:extLst>
          </p:cNvPr>
          <p:cNvPicPr>
            <a:picLocks noChangeAspect="1"/>
          </p:cNvPicPr>
          <p:nvPr/>
        </p:nvPicPr>
        <p:blipFill rotWithShape="1">
          <a:blip r:embed="rId4"/>
          <a:srcRect r="26455" b="-1"/>
          <a:stretch/>
        </p:blipFill>
        <p:spPr>
          <a:xfrm>
            <a:off x="4636008" y="10"/>
            <a:ext cx="7555992" cy="6857990"/>
          </a:xfrm>
          <a:prstGeom prst="rect">
            <a:avLst/>
          </a:prstGeom>
        </p:spPr>
      </p:pic>
      <p:sp useBgFill="1">
        <p:nvSpPr>
          <p:cNvPr id="9" name="Rectangle 8">
            <a:extLst>
              <a:ext uri="{FF2B5EF4-FFF2-40B4-BE49-F238E27FC236}">
                <a16:creationId xmlns:a16="http://schemas.microsoft.com/office/drawing/2014/main" id="{8D77D416-66F5-413A-9B46-6289471B3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36008" cy="6858000"/>
          </a:xfrm>
          <a:prstGeom prst="rect">
            <a:avLst/>
          </a:prstGeom>
          <a:ln>
            <a:noFill/>
          </a:ln>
          <a:effectLst>
            <a:outerShdw blurRad="139700" dist="508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450F4C-0370-4445-B558-F88A2904E790}"/>
              </a:ext>
            </a:extLst>
          </p:cNvPr>
          <p:cNvSpPr>
            <a:spLocks noGrp="1"/>
          </p:cNvSpPr>
          <p:nvPr>
            <p:ph type="title"/>
          </p:nvPr>
        </p:nvSpPr>
        <p:spPr>
          <a:xfrm>
            <a:off x="838201" y="365125"/>
            <a:ext cx="3478160" cy="1325563"/>
          </a:xfrm>
        </p:spPr>
        <p:txBody>
          <a:bodyPr>
            <a:normAutofit/>
          </a:bodyPr>
          <a:lstStyle/>
          <a:p>
            <a:r>
              <a:rPr lang="en-GB" sz="3100" dirty="0"/>
              <a:t>The importance of business continuity</a:t>
            </a:r>
          </a:p>
        </p:txBody>
      </p:sp>
      <p:sp>
        <p:nvSpPr>
          <p:cNvPr id="16" name="Content Placeholder 2">
            <a:extLst>
              <a:ext uri="{FF2B5EF4-FFF2-40B4-BE49-F238E27FC236}">
                <a16:creationId xmlns:a16="http://schemas.microsoft.com/office/drawing/2014/main" id="{6129B72D-6C5B-42C6-8722-2557E274E671}"/>
              </a:ext>
            </a:extLst>
          </p:cNvPr>
          <p:cNvSpPr>
            <a:spLocks noGrp="1"/>
          </p:cNvSpPr>
          <p:nvPr>
            <p:ph idx="1"/>
          </p:nvPr>
        </p:nvSpPr>
        <p:spPr>
          <a:xfrm>
            <a:off x="838202" y="1825625"/>
            <a:ext cx="3478160" cy="4351338"/>
          </a:xfrm>
        </p:spPr>
        <p:txBody>
          <a:bodyPr>
            <a:normAutofit/>
          </a:bodyPr>
          <a:lstStyle/>
          <a:p>
            <a:r>
              <a:rPr lang="en-GB" sz="2200" dirty="0"/>
              <a:t>Protect our revenue flow</a:t>
            </a:r>
          </a:p>
          <a:p>
            <a:r>
              <a:rPr lang="en-GB" sz="2200" dirty="0"/>
              <a:t>Meet obligations to stakeholders, such as customers, regulators, shareholders and suppliers</a:t>
            </a:r>
          </a:p>
          <a:p>
            <a:r>
              <a:rPr lang="en-GB" sz="2200" dirty="0"/>
              <a:t>Preserve our reputation</a:t>
            </a:r>
          </a:p>
          <a:p>
            <a:r>
              <a:rPr lang="en-GB" sz="2200" dirty="0"/>
              <a:t>Manage risk and cut insurance costs</a:t>
            </a:r>
          </a:p>
          <a:p>
            <a:r>
              <a:rPr lang="en-GB" sz="2200" dirty="0"/>
              <a:t>Meet tender requirements</a:t>
            </a:r>
          </a:p>
        </p:txBody>
      </p:sp>
    </p:spTree>
    <p:extLst>
      <p:ext uri="{BB962C8B-B14F-4D97-AF65-F5344CB8AC3E}">
        <p14:creationId xmlns:p14="http://schemas.microsoft.com/office/powerpoint/2010/main" val="24537163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10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fade">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fade">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fade">
                                      <p:cBhvr>
                                        <p:cTn id="22" dur="500"/>
                                        <p:tgtEl>
                                          <p:spTgt spid="1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xEl>
                                              <p:pRg st="4" end="4"/>
                                            </p:txEl>
                                          </p:spTgt>
                                        </p:tgtEl>
                                        <p:attrNameLst>
                                          <p:attrName>style.visibility</p:attrName>
                                        </p:attrNameLst>
                                      </p:cBhvr>
                                      <p:to>
                                        <p:strVal val="visible"/>
                                      </p:to>
                                    </p:set>
                                    <p:animEffect transition="in" filter="fade">
                                      <p:cBhvr>
                                        <p:cTn id="27" dur="500"/>
                                        <p:tgtEl>
                                          <p:spTgt spid="1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9FC27-8258-4DD8-8761-BF1932C2A35D}"/>
              </a:ext>
            </a:extLst>
          </p:cNvPr>
          <p:cNvSpPr>
            <a:spLocks noGrp="1"/>
          </p:cNvSpPr>
          <p:nvPr>
            <p:ph type="title"/>
          </p:nvPr>
        </p:nvSpPr>
        <p:spPr>
          <a:xfrm>
            <a:off x="838200" y="365125"/>
            <a:ext cx="10515600" cy="1325563"/>
          </a:xfrm>
        </p:spPr>
        <p:txBody>
          <a:bodyPr>
            <a:normAutofit/>
          </a:bodyPr>
          <a:lstStyle/>
          <a:p>
            <a:r>
              <a:rPr lang="en-GB">
                <a:solidFill>
                  <a:schemeClr val="tx1"/>
                </a:solidFill>
              </a:rPr>
              <a:t>The ISO22301 Standard</a:t>
            </a:r>
          </a:p>
        </p:txBody>
      </p:sp>
      <p:graphicFrame>
        <p:nvGraphicFramePr>
          <p:cNvPr id="5" name="Content Placeholder 2">
            <a:extLst>
              <a:ext uri="{FF2B5EF4-FFF2-40B4-BE49-F238E27FC236}">
                <a16:creationId xmlns:a16="http://schemas.microsoft.com/office/drawing/2014/main" id="{0F1FB397-1000-44B2-BB6F-AC1AC0DD29FF}"/>
              </a:ext>
            </a:extLst>
          </p:cNvPr>
          <p:cNvGraphicFramePr>
            <a:graphicFrameLocks noGrp="1"/>
          </p:cNvGraphicFramePr>
          <p:nvPr>
            <p:ph idx="1"/>
            <p:extLst>
              <p:ext uri="{D42A27DB-BD31-4B8C-83A1-F6EECF244321}">
                <p14:modId xmlns:p14="http://schemas.microsoft.com/office/powerpoint/2010/main" val="989388991"/>
              </p:ext>
            </p:extLst>
          </p:nvPr>
        </p:nvGraphicFramePr>
        <p:xfrm>
          <a:off x="979488" y="1825625"/>
          <a:ext cx="10233025"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32874905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graphicEl>
                                              <a:dgm id="{CAF228BE-2EE5-4460-8796-E14CC861DC11}"/>
                                            </p:graphicEl>
                                          </p:spTgt>
                                        </p:tgtEl>
                                        <p:attrNameLst>
                                          <p:attrName>style.visibility</p:attrName>
                                        </p:attrNameLst>
                                      </p:cBhvr>
                                      <p:to>
                                        <p:strVal val="visible"/>
                                      </p:to>
                                    </p:set>
                                    <p:animEffect transition="in" filter="fade">
                                      <p:cBhvr>
                                        <p:cTn id="7" dur="1000"/>
                                        <p:tgtEl>
                                          <p:spTgt spid="5">
                                            <p:graphicEl>
                                              <a:dgm id="{CAF228BE-2EE5-4460-8796-E14CC861DC11}"/>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graphicEl>
                                              <a:dgm id="{2D31C0E4-D229-4D1B-B63E-B04B95070D46}"/>
                                            </p:graphicEl>
                                          </p:spTgt>
                                        </p:tgtEl>
                                        <p:attrNameLst>
                                          <p:attrName>style.visibility</p:attrName>
                                        </p:attrNameLst>
                                      </p:cBhvr>
                                      <p:to>
                                        <p:strVal val="visible"/>
                                      </p:to>
                                    </p:set>
                                    <p:animEffect transition="in" filter="fade">
                                      <p:cBhvr>
                                        <p:cTn id="10" dur="1000"/>
                                        <p:tgtEl>
                                          <p:spTgt spid="5">
                                            <p:graphicEl>
                                              <a:dgm id="{2D31C0E4-D229-4D1B-B63E-B04B95070D46}"/>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graphicEl>
                                              <a:dgm id="{B8A1AB0E-89E5-4068-95B8-B9FC2759A085}"/>
                                            </p:graphicEl>
                                          </p:spTgt>
                                        </p:tgtEl>
                                        <p:attrNameLst>
                                          <p:attrName>style.visibility</p:attrName>
                                        </p:attrNameLst>
                                      </p:cBhvr>
                                      <p:to>
                                        <p:strVal val="visible"/>
                                      </p:to>
                                    </p:set>
                                    <p:animEffect transition="in" filter="fade">
                                      <p:cBhvr>
                                        <p:cTn id="15" dur="500"/>
                                        <p:tgtEl>
                                          <p:spTgt spid="5">
                                            <p:graphicEl>
                                              <a:dgm id="{B8A1AB0E-89E5-4068-95B8-B9FC2759A085}"/>
                                            </p:graphic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graphicEl>
                                              <a:dgm id="{C3A0D73D-B5DF-4626-8904-2EA62822B3C2}"/>
                                            </p:graphicEl>
                                          </p:spTgt>
                                        </p:tgtEl>
                                        <p:attrNameLst>
                                          <p:attrName>style.visibility</p:attrName>
                                        </p:attrNameLst>
                                      </p:cBhvr>
                                      <p:to>
                                        <p:strVal val="visible"/>
                                      </p:to>
                                    </p:set>
                                    <p:animEffect transition="in" filter="fade">
                                      <p:cBhvr>
                                        <p:cTn id="18" dur="500"/>
                                        <p:tgtEl>
                                          <p:spTgt spid="5">
                                            <p:graphicEl>
                                              <a:dgm id="{C3A0D73D-B5DF-4626-8904-2EA62822B3C2}"/>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CC211-D4C4-426B-936C-DC1304615EC2}"/>
              </a:ext>
            </a:extLst>
          </p:cNvPr>
          <p:cNvSpPr>
            <a:spLocks noGrp="1"/>
          </p:cNvSpPr>
          <p:nvPr>
            <p:ph type="title"/>
          </p:nvPr>
        </p:nvSpPr>
        <p:spPr/>
        <p:txBody>
          <a:bodyPr/>
          <a:lstStyle/>
          <a:p>
            <a:r>
              <a:rPr lang="en-GB" dirty="0"/>
              <a:t>BCMS</a:t>
            </a:r>
          </a:p>
        </p:txBody>
      </p:sp>
      <p:graphicFrame>
        <p:nvGraphicFramePr>
          <p:cNvPr id="11" name="Content Placeholder 10">
            <a:extLst>
              <a:ext uri="{FF2B5EF4-FFF2-40B4-BE49-F238E27FC236}">
                <a16:creationId xmlns:a16="http://schemas.microsoft.com/office/drawing/2014/main" id="{1AD20879-58D5-43D8-A807-2C189DB463C9}"/>
              </a:ext>
            </a:extLst>
          </p:cNvPr>
          <p:cNvGraphicFramePr>
            <a:graphicFrameLocks noGrp="1"/>
          </p:cNvGraphicFramePr>
          <p:nvPr>
            <p:ph idx="1"/>
            <p:extLst>
              <p:ext uri="{D42A27DB-BD31-4B8C-83A1-F6EECF244321}">
                <p14:modId xmlns:p14="http://schemas.microsoft.com/office/powerpoint/2010/main" val="1670391302"/>
              </p:ext>
            </p:extLst>
          </p:nvPr>
        </p:nvGraphicFramePr>
        <p:xfrm>
          <a:off x="1120775" y="1825625"/>
          <a:ext cx="10233025"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Content Placeholder 2">
            <a:extLst>
              <a:ext uri="{FF2B5EF4-FFF2-40B4-BE49-F238E27FC236}">
                <a16:creationId xmlns:a16="http://schemas.microsoft.com/office/drawing/2014/main" id="{E054AEA2-6564-482A-A9C4-CA7C3AFEA134}"/>
              </a:ext>
            </a:extLst>
          </p:cNvPr>
          <p:cNvSpPr txBox="1">
            <a:spLocks/>
          </p:cNvSpPr>
          <p:nvPr/>
        </p:nvSpPr>
        <p:spPr>
          <a:xfrm>
            <a:off x="1120000" y="1825625"/>
            <a:ext cx="10233800" cy="5454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Consists of:</a:t>
            </a:r>
          </a:p>
        </p:txBody>
      </p:sp>
    </p:spTree>
    <p:extLst>
      <p:ext uri="{BB962C8B-B14F-4D97-AF65-F5344CB8AC3E}">
        <p14:creationId xmlns:p14="http://schemas.microsoft.com/office/powerpoint/2010/main" val="293203683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1">
                                            <p:graphicEl>
                                              <a:dgm id="{B5D12499-BEB4-4710-BB51-86E588429E51}"/>
                                            </p:graphicEl>
                                          </p:spTgt>
                                        </p:tgtEl>
                                        <p:attrNameLst>
                                          <p:attrName>style.visibility</p:attrName>
                                        </p:attrNameLst>
                                      </p:cBhvr>
                                      <p:to>
                                        <p:strVal val="visible"/>
                                      </p:to>
                                    </p:set>
                                    <p:animEffect transition="in" filter="barn(inVertical)">
                                      <p:cBhvr>
                                        <p:cTn id="7" dur="500"/>
                                        <p:tgtEl>
                                          <p:spTgt spid="11">
                                            <p:graphicEl>
                                              <a:dgm id="{B5D12499-BEB4-4710-BB51-86E588429E51}"/>
                                            </p:graphicEl>
                                          </p:spTgt>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graphicEl>
                                              <a:dgm id="{BCF1D583-107C-4984-A26F-F3338239F600}"/>
                                            </p:graphicEl>
                                          </p:spTgt>
                                        </p:tgtEl>
                                        <p:attrNameLst>
                                          <p:attrName>style.visibility</p:attrName>
                                        </p:attrNameLst>
                                      </p:cBhvr>
                                      <p:to>
                                        <p:strVal val="visible"/>
                                      </p:to>
                                    </p:set>
                                    <p:animEffect transition="in" filter="barn(inVertical)">
                                      <p:cBhvr>
                                        <p:cTn id="10" dur="500"/>
                                        <p:tgtEl>
                                          <p:spTgt spid="11">
                                            <p:graphicEl>
                                              <a:dgm id="{BCF1D583-107C-4984-A26F-F3338239F600}"/>
                                            </p:graphicEl>
                                          </p:spTgt>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1">
                                            <p:graphicEl>
                                              <a:dgm id="{A0E2C408-9403-46B5-A0F6-BDF817204C39}"/>
                                            </p:graphicEl>
                                          </p:spTgt>
                                        </p:tgtEl>
                                        <p:attrNameLst>
                                          <p:attrName>style.visibility</p:attrName>
                                        </p:attrNameLst>
                                      </p:cBhvr>
                                      <p:to>
                                        <p:strVal val="visible"/>
                                      </p:to>
                                    </p:set>
                                    <p:animEffect transition="in" filter="barn(inVertical)">
                                      <p:cBhvr>
                                        <p:cTn id="13" dur="500"/>
                                        <p:tgtEl>
                                          <p:spTgt spid="11">
                                            <p:graphicEl>
                                              <a:dgm id="{A0E2C408-9403-46B5-A0F6-BDF817204C39}"/>
                                            </p:graphic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11">
                                            <p:graphicEl>
                                              <a:dgm id="{35A769C5-F917-421B-AC33-0BCF38C74C65}"/>
                                            </p:graphicEl>
                                          </p:spTgt>
                                        </p:tgtEl>
                                        <p:attrNameLst>
                                          <p:attrName>style.visibility</p:attrName>
                                        </p:attrNameLst>
                                      </p:cBhvr>
                                      <p:to>
                                        <p:strVal val="visible"/>
                                      </p:to>
                                    </p:set>
                                    <p:animEffect transition="in" filter="barn(inVertical)">
                                      <p:cBhvr>
                                        <p:cTn id="18" dur="500"/>
                                        <p:tgtEl>
                                          <p:spTgt spid="11">
                                            <p:graphicEl>
                                              <a:dgm id="{35A769C5-F917-421B-AC33-0BCF38C74C65}"/>
                                            </p:graphicEl>
                                          </p:spTgt>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11">
                                            <p:graphicEl>
                                              <a:dgm id="{6B9B72FE-8463-4031-AD05-D01B525FC818}"/>
                                            </p:graphicEl>
                                          </p:spTgt>
                                        </p:tgtEl>
                                        <p:attrNameLst>
                                          <p:attrName>style.visibility</p:attrName>
                                        </p:attrNameLst>
                                      </p:cBhvr>
                                      <p:to>
                                        <p:strVal val="visible"/>
                                      </p:to>
                                    </p:set>
                                    <p:animEffect transition="in" filter="barn(inVertical)">
                                      <p:cBhvr>
                                        <p:cTn id="21" dur="500"/>
                                        <p:tgtEl>
                                          <p:spTgt spid="11">
                                            <p:graphicEl>
                                              <a:dgm id="{6B9B72FE-8463-4031-AD05-D01B525FC818}"/>
                                            </p:graphicEl>
                                          </p:spTgt>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11">
                                            <p:graphicEl>
                                              <a:dgm id="{735AE2B4-5C7C-4D32-A138-2005C4D6EED2}"/>
                                            </p:graphicEl>
                                          </p:spTgt>
                                        </p:tgtEl>
                                        <p:attrNameLst>
                                          <p:attrName>style.visibility</p:attrName>
                                        </p:attrNameLst>
                                      </p:cBhvr>
                                      <p:to>
                                        <p:strVal val="visible"/>
                                      </p:to>
                                    </p:set>
                                    <p:animEffect transition="in" filter="barn(inVertical)">
                                      <p:cBhvr>
                                        <p:cTn id="24" dur="500"/>
                                        <p:tgtEl>
                                          <p:spTgt spid="11">
                                            <p:graphicEl>
                                              <a:dgm id="{735AE2B4-5C7C-4D32-A138-2005C4D6EED2}"/>
                                            </p:graphic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11">
                                            <p:graphicEl>
                                              <a:dgm id="{79A862E5-AF73-48AD-81F8-DEBF3AA55717}"/>
                                            </p:graphicEl>
                                          </p:spTgt>
                                        </p:tgtEl>
                                        <p:attrNameLst>
                                          <p:attrName>style.visibility</p:attrName>
                                        </p:attrNameLst>
                                      </p:cBhvr>
                                      <p:to>
                                        <p:strVal val="visible"/>
                                      </p:to>
                                    </p:set>
                                    <p:animEffect transition="in" filter="barn(inVertical)">
                                      <p:cBhvr>
                                        <p:cTn id="29" dur="500"/>
                                        <p:tgtEl>
                                          <p:spTgt spid="11">
                                            <p:graphicEl>
                                              <a:dgm id="{79A862E5-AF73-48AD-81F8-DEBF3AA55717}"/>
                                            </p:graphicEl>
                                          </p:spTgt>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11">
                                            <p:graphicEl>
                                              <a:dgm id="{2D460A08-558E-4827-AF8C-4FBDD5B85EFE}"/>
                                            </p:graphicEl>
                                          </p:spTgt>
                                        </p:tgtEl>
                                        <p:attrNameLst>
                                          <p:attrName>style.visibility</p:attrName>
                                        </p:attrNameLst>
                                      </p:cBhvr>
                                      <p:to>
                                        <p:strVal val="visible"/>
                                      </p:to>
                                    </p:set>
                                    <p:animEffect transition="in" filter="barn(inVertical)">
                                      <p:cBhvr>
                                        <p:cTn id="32" dur="500"/>
                                        <p:tgtEl>
                                          <p:spTgt spid="11">
                                            <p:graphicEl>
                                              <a:dgm id="{2D460A08-558E-4827-AF8C-4FBDD5B85EFE}"/>
                                            </p:graphicEl>
                                          </p:spTgt>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11">
                                            <p:graphicEl>
                                              <a:dgm id="{69EEB100-58EB-4909-8AF8-1A61791D9EFE}"/>
                                            </p:graphicEl>
                                          </p:spTgt>
                                        </p:tgtEl>
                                        <p:attrNameLst>
                                          <p:attrName>style.visibility</p:attrName>
                                        </p:attrNameLst>
                                      </p:cBhvr>
                                      <p:to>
                                        <p:strVal val="visible"/>
                                      </p:to>
                                    </p:set>
                                    <p:animEffect transition="in" filter="barn(inVertical)">
                                      <p:cBhvr>
                                        <p:cTn id="35" dur="500"/>
                                        <p:tgtEl>
                                          <p:spTgt spid="11">
                                            <p:graphicEl>
                                              <a:dgm id="{69EEB100-58EB-4909-8AF8-1A61791D9EFE}"/>
                                            </p:graphicEl>
                                          </p:spTgt>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grpId="0" nodeType="clickEffect">
                                  <p:stCondLst>
                                    <p:cond delay="0"/>
                                  </p:stCondLst>
                                  <p:childTnLst>
                                    <p:set>
                                      <p:cBhvr>
                                        <p:cTn id="39" dur="1" fill="hold">
                                          <p:stCondLst>
                                            <p:cond delay="0"/>
                                          </p:stCondLst>
                                        </p:cTn>
                                        <p:tgtEl>
                                          <p:spTgt spid="11">
                                            <p:graphicEl>
                                              <a:dgm id="{64603FB6-01BA-4D8A-8166-97EBC277FB5B}"/>
                                            </p:graphicEl>
                                          </p:spTgt>
                                        </p:tgtEl>
                                        <p:attrNameLst>
                                          <p:attrName>style.visibility</p:attrName>
                                        </p:attrNameLst>
                                      </p:cBhvr>
                                      <p:to>
                                        <p:strVal val="visible"/>
                                      </p:to>
                                    </p:set>
                                    <p:animEffect transition="in" filter="barn(inVertical)">
                                      <p:cBhvr>
                                        <p:cTn id="40" dur="500"/>
                                        <p:tgtEl>
                                          <p:spTgt spid="11">
                                            <p:graphicEl>
                                              <a:dgm id="{64603FB6-01BA-4D8A-8166-97EBC277FB5B}"/>
                                            </p:graphicEl>
                                          </p:spTgt>
                                        </p:tgtEl>
                                      </p:cBhvr>
                                    </p:animEffect>
                                  </p:childTnLst>
                                </p:cTn>
                              </p:par>
                              <p:par>
                                <p:cTn id="41" presetID="16" presetClass="entr" presetSubtype="21" fill="hold" grpId="0" nodeType="withEffect">
                                  <p:stCondLst>
                                    <p:cond delay="0"/>
                                  </p:stCondLst>
                                  <p:childTnLst>
                                    <p:set>
                                      <p:cBhvr>
                                        <p:cTn id="42" dur="1" fill="hold">
                                          <p:stCondLst>
                                            <p:cond delay="0"/>
                                          </p:stCondLst>
                                        </p:cTn>
                                        <p:tgtEl>
                                          <p:spTgt spid="11">
                                            <p:graphicEl>
                                              <a:dgm id="{88D1DBCA-313B-41AE-827F-E54054CB9411}"/>
                                            </p:graphicEl>
                                          </p:spTgt>
                                        </p:tgtEl>
                                        <p:attrNameLst>
                                          <p:attrName>style.visibility</p:attrName>
                                        </p:attrNameLst>
                                      </p:cBhvr>
                                      <p:to>
                                        <p:strVal val="visible"/>
                                      </p:to>
                                    </p:set>
                                    <p:animEffect transition="in" filter="barn(inVertical)">
                                      <p:cBhvr>
                                        <p:cTn id="43" dur="500"/>
                                        <p:tgtEl>
                                          <p:spTgt spid="11">
                                            <p:graphicEl>
                                              <a:dgm id="{88D1DBCA-313B-41AE-827F-E54054CB9411}"/>
                                            </p:graphicEl>
                                          </p:spTgt>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11">
                                            <p:graphicEl>
                                              <a:dgm id="{F38AA733-C08B-41A6-B5D3-E83A6CE99F38}"/>
                                            </p:graphicEl>
                                          </p:spTgt>
                                        </p:tgtEl>
                                        <p:attrNameLst>
                                          <p:attrName>style.visibility</p:attrName>
                                        </p:attrNameLst>
                                      </p:cBhvr>
                                      <p:to>
                                        <p:strVal val="visible"/>
                                      </p:to>
                                    </p:set>
                                    <p:animEffect transition="in" filter="barn(inVertical)">
                                      <p:cBhvr>
                                        <p:cTn id="46" dur="500"/>
                                        <p:tgtEl>
                                          <p:spTgt spid="11">
                                            <p:graphicEl>
                                              <a:dgm id="{F38AA733-C08B-41A6-B5D3-E83A6CE99F38}"/>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uiExpand="1">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19B3503-D505-49AA-97C1-B299D58DB4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7746" y="0"/>
            <a:ext cx="8124253" cy="6858000"/>
          </a:xfrm>
          <a:prstGeom prst="rect">
            <a:avLst/>
          </a:prstGeom>
          <a:solidFill>
            <a:schemeClr val="bg1">
              <a:alpha val="20000"/>
            </a:schemeClr>
          </a:solidFill>
          <a:ln>
            <a:noFill/>
          </a:ln>
          <a:effectLst>
            <a:innerShdw blurRad="139700" dist="50800" dir="5400000">
              <a:prstClr val="black">
                <a:alpha val="2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E39A2319-946A-4C65-9B7C-1F86E9B1B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067747" cy="6857996"/>
          </a:xfrm>
          <a:prstGeom prst="rect">
            <a:avLst/>
          </a:prstGeom>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1B68E3-018A-4C83-B786-9D03E0B7FF54}"/>
              </a:ext>
            </a:extLst>
          </p:cNvPr>
          <p:cNvSpPr>
            <a:spLocks noGrp="1"/>
          </p:cNvSpPr>
          <p:nvPr>
            <p:ph type="title"/>
          </p:nvPr>
        </p:nvSpPr>
        <p:spPr>
          <a:xfrm>
            <a:off x="647889" y="1349680"/>
            <a:ext cx="2931320" cy="4449541"/>
          </a:xfrm>
        </p:spPr>
        <p:txBody>
          <a:bodyPr anchor="t">
            <a:normAutofit/>
          </a:bodyPr>
          <a:lstStyle/>
          <a:p>
            <a:r>
              <a:rPr lang="en-GB" sz="4800" dirty="0">
                <a:solidFill>
                  <a:schemeClr val="tx1"/>
                </a:solidFill>
              </a:rPr>
              <a:t>Business Continuity Policy</a:t>
            </a:r>
          </a:p>
        </p:txBody>
      </p:sp>
      <p:graphicFrame>
        <p:nvGraphicFramePr>
          <p:cNvPr id="5" name="Content Placeholder 2">
            <a:extLst>
              <a:ext uri="{FF2B5EF4-FFF2-40B4-BE49-F238E27FC236}">
                <a16:creationId xmlns:a16="http://schemas.microsoft.com/office/drawing/2014/main" id="{E0093C3D-7958-42AB-BA14-35CBE53ADE93}"/>
              </a:ext>
            </a:extLst>
          </p:cNvPr>
          <p:cNvGraphicFramePr>
            <a:graphicFrameLocks noGrp="1"/>
          </p:cNvGraphicFramePr>
          <p:nvPr>
            <p:ph idx="1"/>
            <p:extLst>
              <p:ext uri="{D42A27DB-BD31-4B8C-83A1-F6EECF244321}">
                <p14:modId xmlns:p14="http://schemas.microsoft.com/office/powerpoint/2010/main" val="2202943724"/>
              </p:ext>
            </p:extLst>
          </p:nvPr>
        </p:nvGraphicFramePr>
        <p:xfrm>
          <a:off x="4662106" y="640075"/>
          <a:ext cx="6912245" cy="553688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8596017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
                                            <p:graphicEl>
                                              <a:dgm id="{A1E6A64C-CCD1-4E29-928D-4880B9DE2A20}"/>
                                            </p:graphicEl>
                                          </p:spTgt>
                                        </p:tgtEl>
                                        <p:attrNameLst>
                                          <p:attrName>style.visibility</p:attrName>
                                        </p:attrNameLst>
                                      </p:cBhvr>
                                      <p:to>
                                        <p:strVal val="visible"/>
                                      </p:to>
                                    </p:set>
                                    <p:animEffect transition="in" filter="randombar(horizontal)">
                                      <p:cBhvr>
                                        <p:cTn id="7" dur="1000"/>
                                        <p:tgtEl>
                                          <p:spTgt spid="5">
                                            <p:graphicEl>
                                              <a:dgm id="{A1E6A64C-CCD1-4E29-928D-4880B9DE2A20}"/>
                                            </p:graphicEl>
                                          </p:spTgt>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5">
                                            <p:graphicEl>
                                              <a:dgm id="{58AA75A2-6262-472C-8A96-2A233F92418B}"/>
                                            </p:graphicEl>
                                          </p:spTgt>
                                        </p:tgtEl>
                                        <p:attrNameLst>
                                          <p:attrName>style.visibility</p:attrName>
                                        </p:attrNameLst>
                                      </p:cBhvr>
                                      <p:to>
                                        <p:strVal val="visible"/>
                                      </p:to>
                                    </p:set>
                                    <p:animEffect transition="in" filter="randombar(horizontal)">
                                      <p:cBhvr>
                                        <p:cTn id="10" dur="1000"/>
                                        <p:tgtEl>
                                          <p:spTgt spid="5">
                                            <p:graphicEl>
                                              <a:dgm id="{58AA75A2-6262-472C-8A96-2A233F92418B}"/>
                                            </p:graphicEl>
                                          </p:spTgt>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5">
                                            <p:graphicEl>
                                              <a:dgm id="{3826185A-08C3-4AFA-B942-C892740F4B5C}"/>
                                            </p:graphicEl>
                                          </p:spTgt>
                                        </p:tgtEl>
                                        <p:attrNameLst>
                                          <p:attrName>style.visibility</p:attrName>
                                        </p:attrNameLst>
                                      </p:cBhvr>
                                      <p:to>
                                        <p:strVal val="visible"/>
                                      </p:to>
                                    </p:set>
                                    <p:animEffect transition="in" filter="randombar(horizontal)">
                                      <p:cBhvr>
                                        <p:cTn id="13" dur="1000"/>
                                        <p:tgtEl>
                                          <p:spTgt spid="5">
                                            <p:graphicEl>
                                              <a:dgm id="{3826185A-08C3-4AFA-B942-C892740F4B5C}"/>
                                            </p:graphic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5">
                                            <p:graphicEl>
                                              <a:dgm id="{525F06A7-DCED-4042-A826-1994DABB96C5}"/>
                                            </p:graphicEl>
                                          </p:spTgt>
                                        </p:tgtEl>
                                        <p:attrNameLst>
                                          <p:attrName>style.visibility</p:attrName>
                                        </p:attrNameLst>
                                      </p:cBhvr>
                                      <p:to>
                                        <p:strVal val="visible"/>
                                      </p:to>
                                    </p:set>
                                    <p:animEffect transition="in" filter="randombar(horizontal)">
                                      <p:cBhvr>
                                        <p:cTn id="18" dur="500"/>
                                        <p:tgtEl>
                                          <p:spTgt spid="5">
                                            <p:graphicEl>
                                              <a:dgm id="{525F06A7-DCED-4042-A826-1994DABB96C5}"/>
                                            </p:graphicEl>
                                          </p:spTgt>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5">
                                            <p:graphicEl>
                                              <a:dgm id="{4FB11572-D7A3-4647-A3F1-EC0DB86F1A48}"/>
                                            </p:graphicEl>
                                          </p:spTgt>
                                        </p:tgtEl>
                                        <p:attrNameLst>
                                          <p:attrName>style.visibility</p:attrName>
                                        </p:attrNameLst>
                                      </p:cBhvr>
                                      <p:to>
                                        <p:strVal val="visible"/>
                                      </p:to>
                                    </p:set>
                                    <p:animEffect transition="in" filter="randombar(horizontal)">
                                      <p:cBhvr>
                                        <p:cTn id="21" dur="500"/>
                                        <p:tgtEl>
                                          <p:spTgt spid="5">
                                            <p:graphicEl>
                                              <a:dgm id="{4FB11572-D7A3-4647-A3F1-EC0DB86F1A48}"/>
                                            </p:graphicEl>
                                          </p:spTgt>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5">
                                            <p:graphicEl>
                                              <a:dgm id="{8419F06F-1C83-4160-BAD4-0A4B9E8BEF55}"/>
                                            </p:graphicEl>
                                          </p:spTgt>
                                        </p:tgtEl>
                                        <p:attrNameLst>
                                          <p:attrName>style.visibility</p:attrName>
                                        </p:attrNameLst>
                                      </p:cBhvr>
                                      <p:to>
                                        <p:strVal val="visible"/>
                                      </p:to>
                                    </p:set>
                                    <p:animEffect transition="in" filter="randombar(horizontal)">
                                      <p:cBhvr>
                                        <p:cTn id="24" dur="500"/>
                                        <p:tgtEl>
                                          <p:spTgt spid="5">
                                            <p:graphicEl>
                                              <a:dgm id="{8419F06F-1C83-4160-BAD4-0A4B9E8BEF55}"/>
                                            </p:graphic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grpId="0" nodeType="clickEffect">
                                  <p:stCondLst>
                                    <p:cond delay="0"/>
                                  </p:stCondLst>
                                  <p:childTnLst>
                                    <p:set>
                                      <p:cBhvr>
                                        <p:cTn id="28" dur="1" fill="hold">
                                          <p:stCondLst>
                                            <p:cond delay="0"/>
                                          </p:stCondLst>
                                        </p:cTn>
                                        <p:tgtEl>
                                          <p:spTgt spid="5">
                                            <p:graphicEl>
                                              <a:dgm id="{FF2279E7-F47A-4CEB-A621-8B5655F3EC42}"/>
                                            </p:graphicEl>
                                          </p:spTgt>
                                        </p:tgtEl>
                                        <p:attrNameLst>
                                          <p:attrName>style.visibility</p:attrName>
                                        </p:attrNameLst>
                                      </p:cBhvr>
                                      <p:to>
                                        <p:strVal val="visible"/>
                                      </p:to>
                                    </p:set>
                                    <p:animEffect transition="in" filter="randombar(horizontal)">
                                      <p:cBhvr>
                                        <p:cTn id="29" dur="500"/>
                                        <p:tgtEl>
                                          <p:spTgt spid="5">
                                            <p:graphicEl>
                                              <a:dgm id="{FF2279E7-F47A-4CEB-A621-8B5655F3EC42}"/>
                                            </p:graphicEl>
                                          </p:spTgt>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5">
                                            <p:graphicEl>
                                              <a:dgm id="{C86F01B7-8C9B-4475-A35B-3C2D1ADC537F}"/>
                                            </p:graphicEl>
                                          </p:spTgt>
                                        </p:tgtEl>
                                        <p:attrNameLst>
                                          <p:attrName>style.visibility</p:attrName>
                                        </p:attrNameLst>
                                      </p:cBhvr>
                                      <p:to>
                                        <p:strVal val="visible"/>
                                      </p:to>
                                    </p:set>
                                    <p:animEffect transition="in" filter="randombar(horizontal)">
                                      <p:cBhvr>
                                        <p:cTn id="32" dur="500"/>
                                        <p:tgtEl>
                                          <p:spTgt spid="5">
                                            <p:graphicEl>
                                              <a:dgm id="{C86F01B7-8C9B-4475-A35B-3C2D1ADC537F}"/>
                                            </p:graphicEl>
                                          </p:spTgt>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5">
                                            <p:graphicEl>
                                              <a:dgm id="{1E8C4AC7-7C42-428C-A3B6-CE1237410B4E}"/>
                                            </p:graphicEl>
                                          </p:spTgt>
                                        </p:tgtEl>
                                        <p:attrNameLst>
                                          <p:attrName>style.visibility</p:attrName>
                                        </p:attrNameLst>
                                      </p:cBhvr>
                                      <p:to>
                                        <p:strVal val="visible"/>
                                      </p:to>
                                    </p:set>
                                    <p:animEffect transition="in" filter="randombar(horizontal)">
                                      <p:cBhvr>
                                        <p:cTn id="35" dur="500"/>
                                        <p:tgtEl>
                                          <p:spTgt spid="5">
                                            <p:graphicEl>
                                              <a:dgm id="{1E8C4AC7-7C42-428C-A3B6-CE1237410B4E}"/>
                                            </p:graphicEl>
                                          </p:spTgt>
                                        </p:tgtEl>
                                      </p:cBhvr>
                                    </p:animEffect>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grpId="0" nodeType="clickEffect">
                                  <p:stCondLst>
                                    <p:cond delay="0"/>
                                  </p:stCondLst>
                                  <p:childTnLst>
                                    <p:set>
                                      <p:cBhvr>
                                        <p:cTn id="39" dur="1" fill="hold">
                                          <p:stCondLst>
                                            <p:cond delay="0"/>
                                          </p:stCondLst>
                                        </p:cTn>
                                        <p:tgtEl>
                                          <p:spTgt spid="5">
                                            <p:graphicEl>
                                              <a:dgm id="{81E45318-F68D-42F0-89A9-F73E6AABC726}"/>
                                            </p:graphicEl>
                                          </p:spTgt>
                                        </p:tgtEl>
                                        <p:attrNameLst>
                                          <p:attrName>style.visibility</p:attrName>
                                        </p:attrNameLst>
                                      </p:cBhvr>
                                      <p:to>
                                        <p:strVal val="visible"/>
                                      </p:to>
                                    </p:set>
                                    <p:animEffect transition="in" filter="randombar(horizontal)">
                                      <p:cBhvr>
                                        <p:cTn id="40" dur="500"/>
                                        <p:tgtEl>
                                          <p:spTgt spid="5">
                                            <p:graphicEl>
                                              <a:dgm id="{81E45318-F68D-42F0-89A9-F73E6AABC726}"/>
                                            </p:graphicEl>
                                          </p:spTgt>
                                        </p:tgtEl>
                                      </p:cBhvr>
                                    </p:animEffect>
                                  </p:childTnLst>
                                </p:cTn>
                              </p:par>
                              <p:par>
                                <p:cTn id="41" presetID="14" presetClass="entr" presetSubtype="10" fill="hold" grpId="0" nodeType="withEffect">
                                  <p:stCondLst>
                                    <p:cond delay="0"/>
                                  </p:stCondLst>
                                  <p:childTnLst>
                                    <p:set>
                                      <p:cBhvr>
                                        <p:cTn id="42" dur="1" fill="hold">
                                          <p:stCondLst>
                                            <p:cond delay="0"/>
                                          </p:stCondLst>
                                        </p:cTn>
                                        <p:tgtEl>
                                          <p:spTgt spid="5">
                                            <p:graphicEl>
                                              <a:dgm id="{960448D4-8553-4560-9AF0-D3F41798F031}"/>
                                            </p:graphicEl>
                                          </p:spTgt>
                                        </p:tgtEl>
                                        <p:attrNameLst>
                                          <p:attrName>style.visibility</p:attrName>
                                        </p:attrNameLst>
                                      </p:cBhvr>
                                      <p:to>
                                        <p:strVal val="visible"/>
                                      </p:to>
                                    </p:set>
                                    <p:animEffect transition="in" filter="randombar(horizontal)">
                                      <p:cBhvr>
                                        <p:cTn id="43" dur="500"/>
                                        <p:tgtEl>
                                          <p:spTgt spid="5">
                                            <p:graphicEl>
                                              <a:dgm id="{960448D4-8553-4560-9AF0-D3F41798F031}"/>
                                            </p:graphicEl>
                                          </p:spTgt>
                                        </p:tgtEl>
                                      </p:cBhvr>
                                    </p:animEffect>
                                  </p:childTnLst>
                                </p:cTn>
                              </p:par>
                              <p:par>
                                <p:cTn id="44" presetID="14" presetClass="entr" presetSubtype="10" fill="hold" grpId="0" nodeType="withEffect">
                                  <p:stCondLst>
                                    <p:cond delay="0"/>
                                  </p:stCondLst>
                                  <p:childTnLst>
                                    <p:set>
                                      <p:cBhvr>
                                        <p:cTn id="45" dur="1" fill="hold">
                                          <p:stCondLst>
                                            <p:cond delay="0"/>
                                          </p:stCondLst>
                                        </p:cTn>
                                        <p:tgtEl>
                                          <p:spTgt spid="5">
                                            <p:graphicEl>
                                              <a:dgm id="{58F58018-30FF-4B4D-9086-AB28E3ED4B02}"/>
                                            </p:graphicEl>
                                          </p:spTgt>
                                        </p:tgtEl>
                                        <p:attrNameLst>
                                          <p:attrName>style.visibility</p:attrName>
                                        </p:attrNameLst>
                                      </p:cBhvr>
                                      <p:to>
                                        <p:strVal val="visible"/>
                                      </p:to>
                                    </p:set>
                                    <p:animEffect transition="in" filter="randombar(horizontal)">
                                      <p:cBhvr>
                                        <p:cTn id="46" dur="500"/>
                                        <p:tgtEl>
                                          <p:spTgt spid="5">
                                            <p:graphicEl>
                                              <a:dgm id="{58F58018-30FF-4B4D-9086-AB28E3ED4B02}"/>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11" name="Picture 4" descr="Light bulb on yellow background with sketched light beams and cord">
            <a:extLst>
              <a:ext uri="{FF2B5EF4-FFF2-40B4-BE49-F238E27FC236}">
                <a16:creationId xmlns:a16="http://schemas.microsoft.com/office/drawing/2014/main" id="{892FCC8F-DD45-42DC-B238-BC882A695E2F}"/>
              </a:ext>
            </a:extLst>
          </p:cNvPr>
          <p:cNvPicPr>
            <a:picLocks noChangeAspect="1"/>
          </p:cNvPicPr>
          <p:nvPr/>
        </p:nvPicPr>
        <p:blipFill rotWithShape="1">
          <a:blip r:embed="rId4"/>
          <a:srcRect l="48416" r="9966"/>
          <a:stretch/>
        </p:blipFill>
        <p:spPr>
          <a:xfrm>
            <a:off x="7552944" y="10"/>
            <a:ext cx="4639056" cy="6857990"/>
          </a:xfrm>
          <a:prstGeom prst="rect">
            <a:avLst/>
          </a:prstGeom>
        </p:spPr>
      </p:pic>
      <p:sp useBgFill="1">
        <p:nvSpPr>
          <p:cNvPr id="17" name="Rectangle 16">
            <a:extLst>
              <a:ext uri="{FF2B5EF4-FFF2-40B4-BE49-F238E27FC236}">
                <a16:creationId xmlns:a16="http://schemas.microsoft.com/office/drawing/2014/main" id="{97E60398-905F-436C-AB6F-00D742F625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52944" cy="6858000"/>
          </a:xfrm>
          <a:prstGeom prst="rect">
            <a:avLst/>
          </a:prstGeom>
          <a:ln>
            <a:noFill/>
          </a:ln>
          <a:effectLst>
            <a:outerShdw blurRad="139700" dist="508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1B68E3-018A-4C83-B786-9D03E0B7FF54}"/>
              </a:ext>
            </a:extLst>
          </p:cNvPr>
          <p:cNvSpPr>
            <a:spLocks noGrp="1"/>
          </p:cNvSpPr>
          <p:nvPr>
            <p:ph type="title"/>
          </p:nvPr>
        </p:nvSpPr>
        <p:spPr>
          <a:xfrm>
            <a:off x="838201" y="365125"/>
            <a:ext cx="6361590" cy="1325563"/>
          </a:xfrm>
        </p:spPr>
        <p:txBody>
          <a:bodyPr>
            <a:normAutofit/>
          </a:bodyPr>
          <a:lstStyle/>
          <a:p>
            <a:r>
              <a:rPr lang="en-GB" sz="4200" dirty="0"/>
              <a:t>Business Continuity objectives</a:t>
            </a:r>
          </a:p>
        </p:txBody>
      </p:sp>
      <p:sp>
        <p:nvSpPr>
          <p:cNvPr id="3" name="Content Placeholder 2">
            <a:extLst>
              <a:ext uri="{FF2B5EF4-FFF2-40B4-BE49-F238E27FC236}">
                <a16:creationId xmlns:a16="http://schemas.microsoft.com/office/drawing/2014/main" id="{026E5316-BB73-4EF2-8A52-4A13463BD556}"/>
              </a:ext>
            </a:extLst>
          </p:cNvPr>
          <p:cNvSpPr>
            <a:spLocks noGrp="1"/>
          </p:cNvSpPr>
          <p:nvPr>
            <p:ph idx="1"/>
          </p:nvPr>
        </p:nvSpPr>
        <p:spPr>
          <a:xfrm>
            <a:off x="1120000" y="1825625"/>
            <a:ext cx="6079791" cy="4351338"/>
          </a:xfrm>
        </p:spPr>
        <p:txBody>
          <a:bodyPr>
            <a:normAutofit/>
          </a:bodyPr>
          <a:lstStyle/>
          <a:p>
            <a:pPr marL="0" indent="0">
              <a:buNone/>
            </a:pPr>
            <a:r>
              <a:rPr lang="en-GB" dirty="0">
                <a:solidFill>
                  <a:schemeClr val="bg1"/>
                </a:solidFill>
                <a:highlight>
                  <a:srgbClr val="FFFF00"/>
                </a:highlight>
              </a:rPr>
              <a:t>List your major business continuity objectives, such as:</a:t>
            </a:r>
          </a:p>
          <a:p>
            <a:r>
              <a:rPr lang="en-GB" dirty="0">
                <a:solidFill>
                  <a:schemeClr val="bg1"/>
                </a:solidFill>
                <a:highlight>
                  <a:srgbClr val="FFFF00"/>
                </a:highlight>
              </a:rPr>
              <a:t>Creation of plans and procedures</a:t>
            </a:r>
          </a:p>
          <a:p>
            <a:r>
              <a:rPr lang="en-GB" dirty="0">
                <a:solidFill>
                  <a:schemeClr val="bg1"/>
                </a:solidFill>
                <a:highlight>
                  <a:srgbClr val="FFFF00"/>
                </a:highlight>
              </a:rPr>
              <a:t>Provision of training</a:t>
            </a:r>
          </a:p>
          <a:p>
            <a:r>
              <a:rPr lang="en-GB" dirty="0">
                <a:solidFill>
                  <a:schemeClr val="bg1"/>
                </a:solidFill>
                <a:highlight>
                  <a:srgbClr val="FFFF00"/>
                </a:highlight>
              </a:rPr>
              <a:t>Reduction of risk</a:t>
            </a:r>
          </a:p>
          <a:p>
            <a:r>
              <a:rPr lang="en-GB" dirty="0">
                <a:solidFill>
                  <a:schemeClr val="bg1"/>
                </a:solidFill>
                <a:highlight>
                  <a:srgbClr val="FFFF00"/>
                </a:highlight>
              </a:rPr>
              <a:t>Exercising and testing of plans</a:t>
            </a:r>
          </a:p>
          <a:p>
            <a:pPr marL="0" indent="0">
              <a:buNone/>
            </a:pPr>
            <a:endParaRPr lang="en-GB" dirty="0"/>
          </a:p>
        </p:txBody>
      </p:sp>
    </p:spTree>
    <p:extLst>
      <p:ext uri="{BB962C8B-B14F-4D97-AF65-F5344CB8AC3E}">
        <p14:creationId xmlns:p14="http://schemas.microsoft.com/office/powerpoint/2010/main" val="37451281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withEffect">
                                  <p:stCondLst>
                                    <p:cond delay="0"/>
                                  </p:stCondLst>
                                  <p:childTnLst>
                                    <p:animEffect transition="out" filter="fade">
                                      <p:cBhvr>
                                        <p:cTn id="6" dur="1000" tmFilter="0, 0; .2, .5; .8, .5; 1, 0"/>
                                        <p:tgtEl>
                                          <p:spTgt spid="11"/>
                                        </p:tgtEl>
                                      </p:cBhvr>
                                    </p:animEffect>
                                    <p:animScale>
                                      <p:cBhvr>
                                        <p:cTn id="7" dur="500" autoRev="1" fill="hold"/>
                                        <p:tgtEl>
                                          <p:spTgt spid="11"/>
                                        </p:tgtEl>
                                      </p:cBhvr>
                                      <p:by x="105000" y="105000"/>
                                    </p:animScale>
                                  </p:childTnLst>
                                </p:cTn>
                              </p:par>
                            </p:childTnLst>
                          </p:cTn>
                        </p:par>
                        <p:par>
                          <p:cTn id="8" fill="hold">
                            <p:stCondLst>
                              <p:cond delay="1000"/>
                            </p:stCondLst>
                            <p:childTnLst>
                              <p:par>
                                <p:cTn id="9" presetID="1" presetClass="entr" presetSubtype="0"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anim calcmode="lin" valueType="num">
                                      <p:cBhvr>
                                        <p:cTn id="16"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7" dur="5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anim calcmode="lin" valueType="num">
                                      <p:cBhvr>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4" dur="5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500"/>
                                        <p:tgtEl>
                                          <p:spTgt spid="3">
                                            <p:txEl>
                                              <p:pRg st="3" end="3"/>
                                            </p:txEl>
                                          </p:spTgt>
                                        </p:tgtEl>
                                      </p:cBhvr>
                                    </p:animEffect>
                                    <p:anim calcmode="lin" valueType="num">
                                      <p:cBhvr>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1" dur="5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Effect transition="in" filter="fade">
                                      <p:cBhvr>
                                        <p:cTn id="36" dur="500"/>
                                        <p:tgtEl>
                                          <p:spTgt spid="3">
                                            <p:txEl>
                                              <p:pRg st="4" end="4"/>
                                            </p:txEl>
                                          </p:spTgt>
                                        </p:tgtEl>
                                      </p:cBhvr>
                                    </p:animEffect>
                                    <p:anim calcmode="lin" valueType="num">
                                      <p:cBhvr>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8" dur="5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5" name="Picture 4" descr="White puzzle with one red piece">
            <a:extLst>
              <a:ext uri="{FF2B5EF4-FFF2-40B4-BE49-F238E27FC236}">
                <a16:creationId xmlns:a16="http://schemas.microsoft.com/office/drawing/2014/main" id="{14C914AA-7223-4660-B579-036E662B3880}"/>
              </a:ext>
            </a:extLst>
          </p:cNvPr>
          <p:cNvPicPr>
            <a:picLocks noChangeAspect="1"/>
          </p:cNvPicPr>
          <p:nvPr/>
        </p:nvPicPr>
        <p:blipFill rotWithShape="1">
          <a:blip r:embed="rId4"/>
          <a:srcRect l="19814" r="18211"/>
          <a:stretch/>
        </p:blipFill>
        <p:spPr>
          <a:xfrm>
            <a:off x="4636008" y="10"/>
            <a:ext cx="7555992" cy="6857990"/>
          </a:xfrm>
          <a:prstGeom prst="rect">
            <a:avLst/>
          </a:prstGeom>
        </p:spPr>
      </p:pic>
      <p:sp useBgFill="1">
        <p:nvSpPr>
          <p:cNvPr id="9" name="Rectangle 8">
            <a:extLst>
              <a:ext uri="{FF2B5EF4-FFF2-40B4-BE49-F238E27FC236}">
                <a16:creationId xmlns:a16="http://schemas.microsoft.com/office/drawing/2014/main" id="{8D77D416-66F5-413A-9B46-6289471B3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36008" cy="6858000"/>
          </a:xfrm>
          <a:prstGeom prst="rect">
            <a:avLst/>
          </a:prstGeom>
          <a:ln>
            <a:noFill/>
          </a:ln>
          <a:effectLst>
            <a:outerShdw blurRad="139700" dist="508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1B68E3-018A-4C83-B786-9D03E0B7FF54}"/>
              </a:ext>
            </a:extLst>
          </p:cNvPr>
          <p:cNvSpPr>
            <a:spLocks noGrp="1"/>
          </p:cNvSpPr>
          <p:nvPr>
            <p:ph type="title"/>
          </p:nvPr>
        </p:nvSpPr>
        <p:spPr>
          <a:xfrm>
            <a:off x="838201" y="365125"/>
            <a:ext cx="3478160" cy="1325563"/>
          </a:xfrm>
        </p:spPr>
        <p:txBody>
          <a:bodyPr>
            <a:normAutofit/>
          </a:bodyPr>
          <a:lstStyle/>
          <a:p>
            <a:r>
              <a:rPr lang="en-GB" sz="4400"/>
              <a:t>Your role in the BCMS</a:t>
            </a:r>
          </a:p>
        </p:txBody>
      </p:sp>
      <p:sp>
        <p:nvSpPr>
          <p:cNvPr id="3" name="Content Placeholder 2">
            <a:extLst>
              <a:ext uri="{FF2B5EF4-FFF2-40B4-BE49-F238E27FC236}">
                <a16:creationId xmlns:a16="http://schemas.microsoft.com/office/drawing/2014/main" id="{026E5316-BB73-4EF2-8A52-4A13463BD556}"/>
              </a:ext>
            </a:extLst>
          </p:cNvPr>
          <p:cNvSpPr>
            <a:spLocks noGrp="1"/>
          </p:cNvSpPr>
          <p:nvPr>
            <p:ph idx="1"/>
          </p:nvPr>
        </p:nvSpPr>
        <p:spPr>
          <a:xfrm>
            <a:off x="838202" y="1825625"/>
            <a:ext cx="3478160" cy="4351338"/>
          </a:xfrm>
        </p:spPr>
        <p:txBody>
          <a:bodyPr>
            <a:normAutofit/>
          </a:bodyPr>
          <a:lstStyle/>
          <a:p>
            <a:pPr marL="0" indent="0">
              <a:buNone/>
            </a:pPr>
            <a:r>
              <a:rPr lang="en-GB" dirty="0">
                <a:solidFill>
                  <a:schemeClr val="bg1"/>
                </a:solidFill>
                <a:highlight>
                  <a:srgbClr val="FFFF00"/>
                </a:highlight>
              </a:rPr>
              <a:t>[Describe roles and responsibilities as defined in document Roles, Responsibilities and Authorities]</a:t>
            </a:r>
          </a:p>
        </p:txBody>
      </p:sp>
    </p:spTree>
    <p:extLst>
      <p:ext uri="{BB962C8B-B14F-4D97-AF65-F5344CB8AC3E}">
        <p14:creationId xmlns:p14="http://schemas.microsoft.com/office/powerpoint/2010/main" val="236245355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1000" tmFilter="0, 0; .2, .5; .8, .5; 1, 0"/>
                                        <p:tgtEl>
                                          <p:spTgt spid="3">
                                            <p:txEl>
                                              <p:pRg st="0" end="0"/>
                                            </p:txEl>
                                          </p:spTgt>
                                        </p:tgtEl>
                                      </p:cBhvr>
                                    </p:animEffect>
                                    <p:animScale>
                                      <p:cBhvr>
                                        <p:cTn id="7" dur="500" autoRev="1" fill="hold"/>
                                        <p:tgtEl>
                                          <p:spTgt spid="3">
                                            <p:txEl>
                                              <p:pRg st="0" end="0"/>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B68E3-018A-4C83-B786-9D03E0B7FF54}"/>
              </a:ext>
            </a:extLst>
          </p:cNvPr>
          <p:cNvSpPr>
            <a:spLocks noGrp="1"/>
          </p:cNvSpPr>
          <p:nvPr>
            <p:ph type="title"/>
          </p:nvPr>
        </p:nvSpPr>
        <p:spPr/>
        <p:txBody>
          <a:bodyPr/>
          <a:lstStyle/>
          <a:p>
            <a:r>
              <a:rPr lang="en-GB" dirty="0"/>
              <a:t>How can you help?</a:t>
            </a:r>
          </a:p>
        </p:txBody>
      </p:sp>
      <p:graphicFrame>
        <p:nvGraphicFramePr>
          <p:cNvPr id="5" name="Content Placeholder 4">
            <a:extLst>
              <a:ext uri="{FF2B5EF4-FFF2-40B4-BE49-F238E27FC236}">
                <a16:creationId xmlns:a16="http://schemas.microsoft.com/office/drawing/2014/main" id="{BDE5DCD7-A948-45C2-8E1F-0E09B33CCBCB}"/>
              </a:ext>
            </a:extLst>
          </p:cNvPr>
          <p:cNvGraphicFramePr>
            <a:graphicFrameLocks noGrp="1"/>
          </p:cNvGraphicFramePr>
          <p:nvPr>
            <p:ph idx="1"/>
            <p:extLst>
              <p:ext uri="{D42A27DB-BD31-4B8C-83A1-F6EECF244321}">
                <p14:modId xmlns:p14="http://schemas.microsoft.com/office/powerpoint/2010/main" val="3606019007"/>
              </p:ext>
            </p:extLst>
          </p:nvPr>
        </p:nvGraphicFramePr>
        <p:xfrm>
          <a:off x="2206626" y="1825625"/>
          <a:ext cx="7470774"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1773731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5">
                                            <p:graphicEl>
                                              <a:dgm id="{59F7880D-5ABB-41C4-9CC7-4182733B9EFD}"/>
                                            </p:graphicEl>
                                          </p:spTgt>
                                        </p:tgtEl>
                                        <p:attrNameLst>
                                          <p:attrName>style.visibility</p:attrName>
                                        </p:attrNameLst>
                                      </p:cBhvr>
                                      <p:to>
                                        <p:strVal val="visible"/>
                                      </p:to>
                                    </p:set>
                                    <p:animEffect transition="in" filter="circle(in)">
                                      <p:cBhvr>
                                        <p:cTn id="7" dur="1000"/>
                                        <p:tgtEl>
                                          <p:spTgt spid="5">
                                            <p:graphicEl>
                                              <a:dgm id="{59F7880D-5ABB-41C4-9CC7-4182733B9EFD}"/>
                                            </p:graphicEl>
                                          </p:spTgt>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5">
                                            <p:graphicEl>
                                              <a:dgm id="{092D55CA-9B2D-4E30-80A0-1088E35C9222}"/>
                                            </p:graphicEl>
                                          </p:spTgt>
                                        </p:tgtEl>
                                        <p:attrNameLst>
                                          <p:attrName>style.visibility</p:attrName>
                                        </p:attrNameLst>
                                      </p:cBhvr>
                                      <p:to>
                                        <p:strVal val="visible"/>
                                      </p:to>
                                    </p:set>
                                    <p:animEffect transition="in" filter="fade">
                                      <p:cBhvr>
                                        <p:cTn id="10" dur="1000"/>
                                        <p:tgtEl>
                                          <p:spTgt spid="5">
                                            <p:graphicEl>
                                              <a:dgm id="{092D55CA-9B2D-4E30-80A0-1088E35C9222}"/>
                                            </p:graphicEl>
                                          </p:spTgt>
                                        </p:tgtEl>
                                      </p:cBhvr>
                                    </p:animEffect>
                                    <p:anim calcmode="lin" valueType="num">
                                      <p:cBhvr>
                                        <p:cTn id="11" dur="1000" fill="hold"/>
                                        <p:tgtEl>
                                          <p:spTgt spid="5">
                                            <p:graphicEl>
                                              <a:dgm id="{092D55CA-9B2D-4E30-80A0-1088E35C9222}"/>
                                            </p:graphicEl>
                                          </p:spTgt>
                                        </p:tgtEl>
                                        <p:attrNameLst>
                                          <p:attrName>ppt_x</p:attrName>
                                        </p:attrNameLst>
                                      </p:cBhvr>
                                      <p:tavLst>
                                        <p:tav tm="0">
                                          <p:val>
                                            <p:strVal val="#ppt_x"/>
                                          </p:val>
                                        </p:tav>
                                        <p:tav tm="100000">
                                          <p:val>
                                            <p:strVal val="#ppt_x"/>
                                          </p:val>
                                        </p:tav>
                                      </p:tavLst>
                                    </p:anim>
                                    <p:anim calcmode="lin" valueType="num">
                                      <p:cBhvr>
                                        <p:cTn id="12" dur="1000" fill="hold"/>
                                        <p:tgtEl>
                                          <p:spTgt spid="5">
                                            <p:graphicEl>
                                              <a:dgm id="{092D55CA-9B2D-4E30-80A0-1088E35C9222}"/>
                                            </p:graphic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5">
                                            <p:graphicEl>
                                              <a:dgm id="{AB8C3C0D-68F7-495C-87F8-8D8F5F87DE36}"/>
                                            </p:graphicEl>
                                          </p:spTgt>
                                        </p:tgtEl>
                                        <p:attrNameLst>
                                          <p:attrName>style.visibility</p:attrName>
                                        </p:attrNameLst>
                                      </p:cBhvr>
                                      <p:to>
                                        <p:strVal val="visible"/>
                                      </p:to>
                                    </p:set>
                                    <p:animEffect transition="in" filter="circle(in)">
                                      <p:cBhvr>
                                        <p:cTn id="17" dur="1000"/>
                                        <p:tgtEl>
                                          <p:spTgt spid="5">
                                            <p:graphicEl>
                                              <a:dgm id="{AB8C3C0D-68F7-495C-87F8-8D8F5F87DE36}"/>
                                            </p:graphicEl>
                                          </p:spTgt>
                                        </p:tgtEl>
                                      </p:cBhvr>
                                    </p:animEffect>
                                  </p:childTnLst>
                                </p:cTn>
                              </p:par>
                              <p:par>
                                <p:cTn id="18" presetID="42" presetClass="entr" presetSubtype="0" fill="hold" grpId="0" nodeType="withEffect">
                                  <p:stCondLst>
                                    <p:cond delay="0"/>
                                  </p:stCondLst>
                                  <p:childTnLst>
                                    <p:set>
                                      <p:cBhvr>
                                        <p:cTn id="19" dur="1" fill="hold">
                                          <p:stCondLst>
                                            <p:cond delay="0"/>
                                          </p:stCondLst>
                                        </p:cTn>
                                        <p:tgtEl>
                                          <p:spTgt spid="5">
                                            <p:graphicEl>
                                              <a:dgm id="{5E2A565C-B57E-4E1F-96C0-10D4037B408A}"/>
                                            </p:graphicEl>
                                          </p:spTgt>
                                        </p:tgtEl>
                                        <p:attrNameLst>
                                          <p:attrName>style.visibility</p:attrName>
                                        </p:attrNameLst>
                                      </p:cBhvr>
                                      <p:to>
                                        <p:strVal val="visible"/>
                                      </p:to>
                                    </p:set>
                                    <p:animEffect transition="in" filter="fade">
                                      <p:cBhvr>
                                        <p:cTn id="20" dur="1000"/>
                                        <p:tgtEl>
                                          <p:spTgt spid="5">
                                            <p:graphicEl>
                                              <a:dgm id="{5E2A565C-B57E-4E1F-96C0-10D4037B408A}"/>
                                            </p:graphicEl>
                                          </p:spTgt>
                                        </p:tgtEl>
                                      </p:cBhvr>
                                    </p:animEffect>
                                    <p:anim calcmode="lin" valueType="num">
                                      <p:cBhvr>
                                        <p:cTn id="21" dur="1000" fill="hold"/>
                                        <p:tgtEl>
                                          <p:spTgt spid="5">
                                            <p:graphicEl>
                                              <a:dgm id="{5E2A565C-B57E-4E1F-96C0-10D4037B408A}"/>
                                            </p:graphicEl>
                                          </p:spTgt>
                                        </p:tgtEl>
                                        <p:attrNameLst>
                                          <p:attrName>ppt_x</p:attrName>
                                        </p:attrNameLst>
                                      </p:cBhvr>
                                      <p:tavLst>
                                        <p:tav tm="0">
                                          <p:val>
                                            <p:strVal val="#ppt_x"/>
                                          </p:val>
                                        </p:tav>
                                        <p:tav tm="100000">
                                          <p:val>
                                            <p:strVal val="#ppt_x"/>
                                          </p:val>
                                        </p:tav>
                                      </p:tavLst>
                                    </p:anim>
                                    <p:anim calcmode="lin" valueType="num">
                                      <p:cBhvr>
                                        <p:cTn id="22" dur="1000" fill="hold"/>
                                        <p:tgtEl>
                                          <p:spTgt spid="5">
                                            <p:graphicEl>
                                              <a:dgm id="{5E2A565C-B57E-4E1F-96C0-10D4037B408A}"/>
                                            </p:graphic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5">
                                            <p:graphicEl>
                                              <a:dgm id="{248FBC2E-6B10-4EAB-A425-D5EBE04FCEF2}"/>
                                            </p:graphicEl>
                                          </p:spTgt>
                                        </p:tgtEl>
                                        <p:attrNameLst>
                                          <p:attrName>style.visibility</p:attrName>
                                        </p:attrNameLst>
                                      </p:cBhvr>
                                      <p:to>
                                        <p:strVal val="visible"/>
                                      </p:to>
                                    </p:set>
                                    <p:animEffect transition="in" filter="circle(in)">
                                      <p:cBhvr>
                                        <p:cTn id="27" dur="1000"/>
                                        <p:tgtEl>
                                          <p:spTgt spid="5">
                                            <p:graphicEl>
                                              <a:dgm id="{248FBC2E-6B10-4EAB-A425-D5EBE04FCEF2}"/>
                                            </p:graphicEl>
                                          </p:spTgt>
                                        </p:tgtEl>
                                      </p:cBhvr>
                                    </p:animEffect>
                                  </p:childTnLst>
                                </p:cTn>
                              </p:par>
                              <p:par>
                                <p:cTn id="28" presetID="42" presetClass="entr" presetSubtype="0" fill="hold" grpId="0" nodeType="withEffect">
                                  <p:stCondLst>
                                    <p:cond delay="0"/>
                                  </p:stCondLst>
                                  <p:childTnLst>
                                    <p:set>
                                      <p:cBhvr>
                                        <p:cTn id="29" dur="1" fill="hold">
                                          <p:stCondLst>
                                            <p:cond delay="0"/>
                                          </p:stCondLst>
                                        </p:cTn>
                                        <p:tgtEl>
                                          <p:spTgt spid="5">
                                            <p:graphicEl>
                                              <a:dgm id="{81C84FF5-E7D5-4674-ABD3-3369CACE7B92}"/>
                                            </p:graphicEl>
                                          </p:spTgt>
                                        </p:tgtEl>
                                        <p:attrNameLst>
                                          <p:attrName>style.visibility</p:attrName>
                                        </p:attrNameLst>
                                      </p:cBhvr>
                                      <p:to>
                                        <p:strVal val="visible"/>
                                      </p:to>
                                    </p:set>
                                    <p:animEffect transition="in" filter="fade">
                                      <p:cBhvr>
                                        <p:cTn id="30" dur="1000"/>
                                        <p:tgtEl>
                                          <p:spTgt spid="5">
                                            <p:graphicEl>
                                              <a:dgm id="{81C84FF5-E7D5-4674-ABD3-3369CACE7B92}"/>
                                            </p:graphicEl>
                                          </p:spTgt>
                                        </p:tgtEl>
                                      </p:cBhvr>
                                    </p:animEffect>
                                    <p:anim calcmode="lin" valueType="num">
                                      <p:cBhvr>
                                        <p:cTn id="31" dur="1000" fill="hold"/>
                                        <p:tgtEl>
                                          <p:spTgt spid="5">
                                            <p:graphicEl>
                                              <a:dgm id="{81C84FF5-E7D5-4674-ABD3-3369CACE7B92}"/>
                                            </p:graphicEl>
                                          </p:spTgt>
                                        </p:tgtEl>
                                        <p:attrNameLst>
                                          <p:attrName>ppt_x</p:attrName>
                                        </p:attrNameLst>
                                      </p:cBhvr>
                                      <p:tavLst>
                                        <p:tav tm="0">
                                          <p:val>
                                            <p:strVal val="#ppt_x"/>
                                          </p:val>
                                        </p:tav>
                                        <p:tav tm="100000">
                                          <p:val>
                                            <p:strVal val="#ppt_x"/>
                                          </p:val>
                                        </p:tav>
                                      </p:tavLst>
                                    </p:anim>
                                    <p:anim calcmode="lin" valueType="num">
                                      <p:cBhvr>
                                        <p:cTn id="32" dur="1000" fill="hold"/>
                                        <p:tgtEl>
                                          <p:spTgt spid="5">
                                            <p:graphicEl>
                                              <a:dgm id="{81C84FF5-E7D5-4674-ABD3-3369CACE7B92}"/>
                                            </p:graphic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5">
                                            <p:graphicEl>
                                              <a:dgm id="{8B554141-7BB0-4350-9E06-D9DB72D6BADA}"/>
                                            </p:graphicEl>
                                          </p:spTgt>
                                        </p:tgtEl>
                                        <p:attrNameLst>
                                          <p:attrName>style.visibility</p:attrName>
                                        </p:attrNameLst>
                                      </p:cBhvr>
                                      <p:to>
                                        <p:strVal val="visible"/>
                                      </p:to>
                                    </p:set>
                                    <p:animEffect transition="in" filter="circle(in)">
                                      <p:cBhvr>
                                        <p:cTn id="37" dur="1000"/>
                                        <p:tgtEl>
                                          <p:spTgt spid="5">
                                            <p:graphicEl>
                                              <a:dgm id="{8B554141-7BB0-4350-9E06-D9DB72D6BADA}"/>
                                            </p:graphicEl>
                                          </p:spTgt>
                                        </p:tgtEl>
                                      </p:cBhvr>
                                    </p:animEffect>
                                  </p:childTnLst>
                                </p:cTn>
                              </p:par>
                              <p:par>
                                <p:cTn id="38" presetID="42" presetClass="entr" presetSubtype="0" fill="hold" grpId="0" nodeType="withEffect">
                                  <p:stCondLst>
                                    <p:cond delay="0"/>
                                  </p:stCondLst>
                                  <p:childTnLst>
                                    <p:set>
                                      <p:cBhvr>
                                        <p:cTn id="39" dur="1" fill="hold">
                                          <p:stCondLst>
                                            <p:cond delay="0"/>
                                          </p:stCondLst>
                                        </p:cTn>
                                        <p:tgtEl>
                                          <p:spTgt spid="5">
                                            <p:graphicEl>
                                              <a:dgm id="{A0FCDB20-3855-4064-88A0-07EE42D74150}"/>
                                            </p:graphicEl>
                                          </p:spTgt>
                                        </p:tgtEl>
                                        <p:attrNameLst>
                                          <p:attrName>style.visibility</p:attrName>
                                        </p:attrNameLst>
                                      </p:cBhvr>
                                      <p:to>
                                        <p:strVal val="visible"/>
                                      </p:to>
                                    </p:set>
                                    <p:animEffect transition="in" filter="fade">
                                      <p:cBhvr>
                                        <p:cTn id="40" dur="1000"/>
                                        <p:tgtEl>
                                          <p:spTgt spid="5">
                                            <p:graphicEl>
                                              <a:dgm id="{A0FCDB20-3855-4064-88A0-07EE42D74150}"/>
                                            </p:graphicEl>
                                          </p:spTgt>
                                        </p:tgtEl>
                                      </p:cBhvr>
                                    </p:animEffect>
                                    <p:anim calcmode="lin" valueType="num">
                                      <p:cBhvr>
                                        <p:cTn id="41" dur="1000" fill="hold"/>
                                        <p:tgtEl>
                                          <p:spTgt spid="5">
                                            <p:graphicEl>
                                              <a:dgm id="{A0FCDB20-3855-4064-88A0-07EE42D74150}"/>
                                            </p:graphicEl>
                                          </p:spTgt>
                                        </p:tgtEl>
                                        <p:attrNameLst>
                                          <p:attrName>ppt_x</p:attrName>
                                        </p:attrNameLst>
                                      </p:cBhvr>
                                      <p:tavLst>
                                        <p:tav tm="0">
                                          <p:val>
                                            <p:strVal val="#ppt_x"/>
                                          </p:val>
                                        </p:tav>
                                        <p:tav tm="100000">
                                          <p:val>
                                            <p:strVal val="#ppt_x"/>
                                          </p:val>
                                        </p:tav>
                                      </p:tavLst>
                                    </p:anim>
                                    <p:anim calcmode="lin" valueType="num">
                                      <p:cBhvr>
                                        <p:cTn id="42" dur="1000" fill="hold"/>
                                        <p:tgtEl>
                                          <p:spTgt spid="5">
                                            <p:graphicEl>
                                              <a:dgm id="{A0FCDB20-3855-4064-88A0-07EE42D74150}"/>
                                            </p:graphic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5">
                                            <p:graphicEl>
                                              <a:dgm id="{61ECE881-8404-4223-A742-A4F60FFF5759}"/>
                                            </p:graphicEl>
                                          </p:spTgt>
                                        </p:tgtEl>
                                        <p:attrNameLst>
                                          <p:attrName>style.visibility</p:attrName>
                                        </p:attrNameLst>
                                      </p:cBhvr>
                                      <p:to>
                                        <p:strVal val="visible"/>
                                      </p:to>
                                    </p:set>
                                    <p:animEffect transition="in" filter="circle(in)">
                                      <p:cBhvr>
                                        <p:cTn id="47" dur="1000"/>
                                        <p:tgtEl>
                                          <p:spTgt spid="5">
                                            <p:graphicEl>
                                              <a:dgm id="{61ECE881-8404-4223-A742-A4F60FFF5759}"/>
                                            </p:graphicEl>
                                          </p:spTgt>
                                        </p:tgtEl>
                                      </p:cBhvr>
                                    </p:animEffect>
                                  </p:childTnLst>
                                </p:cTn>
                              </p:par>
                              <p:par>
                                <p:cTn id="48" presetID="42" presetClass="entr" presetSubtype="0" fill="hold" grpId="0" nodeType="withEffect">
                                  <p:stCondLst>
                                    <p:cond delay="0"/>
                                  </p:stCondLst>
                                  <p:childTnLst>
                                    <p:set>
                                      <p:cBhvr>
                                        <p:cTn id="49" dur="1" fill="hold">
                                          <p:stCondLst>
                                            <p:cond delay="0"/>
                                          </p:stCondLst>
                                        </p:cTn>
                                        <p:tgtEl>
                                          <p:spTgt spid="5">
                                            <p:graphicEl>
                                              <a:dgm id="{E9A3E2E5-E05B-49B9-82EC-44158216F58E}"/>
                                            </p:graphicEl>
                                          </p:spTgt>
                                        </p:tgtEl>
                                        <p:attrNameLst>
                                          <p:attrName>style.visibility</p:attrName>
                                        </p:attrNameLst>
                                      </p:cBhvr>
                                      <p:to>
                                        <p:strVal val="visible"/>
                                      </p:to>
                                    </p:set>
                                    <p:animEffect transition="in" filter="fade">
                                      <p:cBhvr>
                                        <p:cTn id="50" dur="1000"/>
                                        <p:tgtEl>
                                          <p:spTgt spid="5">
                                            <p:graphicEl>
                                              <a:dgm id="{E9A3E2E5-E05B-49B9-82EC-44158216F58E}"/>
                                            </p:graphicEl>
                                          </p:spTgt>
                                        </p:tgtEl>
                                      </p:cBhvr>
                                    </p:animEffect>
                                    <p:anim calcmode="lin" valueType="num">
                                      <p:cBhvr>
                                        <p:cTn id="51" dur="1000" fill="hold"/>
                                        <p:tgtEl>
                                          <p:spTgt spid="5">
                                            <p:graphicEl>
                                              <a:dgm id="{E9A3E2E5-E05B-49B9-82EC-44158216F58E}"/>
                                            </p:graphicEl>
                                          </p:spTgt>
                                        </p:tgtEl>
                                        <p:attrNameLst>
                                          <p:attrName>ppt_x</p:attrName>
                                        </p:attrNameLst>
                                      </p:cBhvr>
                                      <p:tavLst>
                                        <p:tav tm="0">
                                          <p:val>
                                            <p:strVal val="#ppt_x"/>
                                          </p:val>
                                        </p:tav>
                                        <p:tav tm="100000">
                                          <p:val>
                                            <p:strVal val="#ppt_x"/>
                                          </p:val>
                                        </p:tav>
                                      </p:tavLst>
                                    </p:anim>
                                    <p:anim calcmode="lin" valueType="num">
                                      <p:cBhvr>
                                        <p:cTn id="52" dur="1000" fill="hold"/>
                                        <p:tgtEl>
                                          <p:spTgt spid="5">
                                            <p:graphicEl>
                                              <a:dgm id="{E9A3E2E5-E05B-49B9-82EC-44158216F58E}"/>
                                            </p:graphic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5">
                                            <p:graphicEl>
                                              <a:dgm id="{757CA3F2-97D5-4EB3-89ED-4960512C2E1C}"/>
                                            </p:graphicEl>
                                          </p:spTgt>
                                        </p:tgtEl>
                                        <p:attrNameLst>
                                          <p:attrName>style.visibility</p:attrName>
                                        </p:attrNameLst>
                                      </p:cBhvr>
                                      <p:to>
                                        <p:strVal val="visible"/>
                                      </p:to>
                                    </p:set>
                                    <p:animEffect transition="in" filter="circle(in)">
                                      <p:cBhvr>
                                        <p:cTn id="57" dur="1000"/>
                                        <p:tgtEl>
                                          <p:spTgt spid="5">
                                            <p:graphicEl>
                                              <a:dgm id="{757CA3F2-97D5-4EB3-89ED-4960512C2E1C}"/>
                                            </p:graphicEl>
                                          </p:spTgt>
                                        </p:tgtEl>
                                      </p:cBhvr>
                                    </p:animEffect>
                                  </p:childTnLst>
                                </p:cTn>
                              </p:par>
                              <p:par>
                                <p:cTn id="58" presetID="42" presetClass="entr" presetSubtype="0" fill="hold" grpId="0" nodeType="withEffect">
                                  <p:stCondLst>
                                    <p:cond delay="0"/>
                                  </p:stCondLst>
                                  <p:childTnLst>
                                    <p:set>
                                      <p:cBhvr>
                                        <p:cTn id="59" dur="1" fill="hold">
                                          <p:stCondLst>
                                            <p:cond delay="0"/>
                                          </p:stCondLst>
                                        </p:cTn>
                                        <p:tgtEl>
                                          <p:spTgt spid="5">
                                            <p:graphicEl>
                                              <a:dgm id="{A8E1462A-9D63-4325-879C-8018B29A384A}"/>
                                            </p:graphicEl>
                                          </p:spTgt>
                                        </p:tgtEl>
                                        <p:attrNameLst>
                                          <p:attrName>style.visibility</p:attrName>
                                        </p:attrNameLst>
                                      </p:cBhvr>
                                      <p:to>
                                        <p:strVal val="visible"/>
                                      </p:to>
                                    </p:set>
                                    <p:animEffect transition="in" filter="fade">
                                      <p:cBhvr>
                                        <p:cTn id="60" dur="1000"/>
                                        <p:tgtEl>
                                          <p:spTgt spid="5">
                                            <p:graphicEl>
                                              <a:dgm id="{A8E1462A-9D63-4325-879C-8018B29A384A}"/>
                                            </p:graphicEl>
                                          </p:spTgt>
                                        </p:tgtEl>
                                      </p:cBhvr>
                                    </p:animEffect>
                                    <p:anim calcmode="lin" valueType="num">
                                      <p:cBhvr>
                                        <p:cTn id="61" dur="1000" fill="hold"/>
                                        <p:tgtEl>
                                          <p:spTgt spid="5">
                                            <p:graphicEl>
                                              <a:dgm id="{A8E1462A-9D63-4325-879C-8018B29A384A}"/>
                                            </p:graphicEl>
                                          </p:spTgt>
                                        </p:tgtEl>
                                        <p:attrNameLst>
                                          <p:attrName>ppt_x</p:attrName>
                                        </p:attrNameLst>
                                      </p:cBhvr>
                                      <p:tavLst>
                                        <p:tav tm="0">
                                          <p:val>
                                            <p:strVal val="#ppt_x"/>
                                          </p:val>
                                        </p:tav>
                                        <p:tav tm="100000">
                                          <p:val>
                                            <p:strVal val="#ppt_x"/>
                                          </p:val>
                                        </p:tav>
                                      </p:tavLst>
                                    </p:anim>
                                    <p:anim calcmode="lin" valueType="num">
                                      <p:cBhvr>
                                        <p:cTn id="62" dur="1000" fill="hold"/>
                                        <p:tgtEl>
                                          <p:spTgt spid="5">
                                            <p:graphicEl>
                                              <a:dgm id="{A8E1462A-9D63-4325-879C-8018B29A384A}"/>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3F2A8-0F51-4CBB-BCC2-36ABD3E29F82}"/>
              </a:ext>
            </a:extLst>
          </p:cNvPr>
          <p:cNvSpPr>
            <a:spLocks noGrp="1"/>
          </p:cNvSpPr>
          <p:nvPr>
            <p:ph type="title"/>
          </p:nvPr>
        </p:nvSpPr>
        <p:spPr/>
        <p:txBody>
          <a:bodyPr/>
          <a:lstStyle/>
          <a:p>
            <a:r>
              <a:rPr lang="en-GB" dirty="0"/>
              <a:t>Questions</a:t>
            </a:r>
          </a:p>
        </p:txBody>
      </p:sp>
      <mc:AlternateContent xmlns:mc="http://schemas.openxmlformats.org/markup-compatibility/2006">
        <mc:Choice xmlns:am3d="http://schemas.microsoft.com/office/drawing/2017/model3d" Requires="am3d">
          <p:graphicFrame>
            <p:nvGraphicFramePr>
              <p:cNvPr id="5" name="Content Placeholder 4" descr="Light Gray Question mark">
                <a:extLst>
                  <a:ext uri="{FF2B5EF4-FFF2-40B4-BE49-F238E27FC236}">
                    <a16:creationId xmlns:a16="http://schemas.microsoft.com/office/drawing/2014/main" id="{8915942A-2607-4A17-9437-6C544BEFC790}"/>
                  </a:ext>
                </a:extLst>
              </p:cNvPr>
              <p:cNvGraphicFramePr>
                <a:graphicFrameLocks noGrp="1" noChangeAspect="1"/>
              </p:cNvGraphicFramePr>
              <p:nvPr>
                <p:ph idx="1"/>
                <p:extLst>
                  <p:ext uri="{D42A27DB-BD31-4B8C-83A1-F6EECF244321}">
                    <p14:modId xmlns:p14="http://schemas.microsoft.com/office/powerpoint/2010/main" val="2833679478"/>
                  </p:ext>
                </p:extLst>
              </p:nvPr>
            </p:nvGraphicFramePr>
            <p:xfrm>
              <a:off x="5157120" y="2250731"/>
              <a:ext cx="2160332" cy="3501123"/>
            </p:xfrm>
            <a:graphic>
              <a:graphicData uri="http://schemas.microsoft.com/office/drawing/2017/model3d">
                <am3d:model3d r:embed="rId3">
                  <am3d:spPr>
                    <a:xfrm>
                      <a:off x="0" y="0"/>
                      <a:ext cx="2160332" cy="3501123"/>
                    </a:xfrm>
                    <a:prstGeom prst="rect">
                      <a:avLst/>
                    </a:prstGeom>
                  </am3d:spPr>
                  <am3d:camera>
                    <am3d:pos x="0" y="0" z="55389530"/>
                    <am3d:up dx="0" dy="36000000" dz="0"/>
                    <am3d:lookAt x="0" y="0" z="0"/>
                    <am3d:perspective fov="2700000"/>
                  </am3d:camera>
                  <am3d:trans>
                    <am3d:meterPerModelUnit n="3517042" d="1000000"/>
                    <am3d:preTrans dx="0" dy="-18004113" dz="-4973"/>
                    <am3d:scale>
                      <am3d:sx n="1000000" d="1000000"/>
                      <am3d:sy n="1000000" d="1000000"/>
                      <am3d:sz n="1000000" d="1000000"/>
                    </am3d:scale>
                    <am3d:rot/>
                    <am3d:postTrans dx="0" dy="0" dz="0"/>
                  </am3d:trans>
                  <am3d:raster rName="Office3DRenderer" rVer="16.0.8326">
                    <am3d:blip r:embed="rId4"/>
                  </am3d:raster>
                  <am3d:objViewport viewportSz="435040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Content Placeholder 4" descr="Light Gray Question mark">
                <a:extLst>
                  <a:ext uri="{FF2B5EF4-FFF2-40B4-BE49-F238E27FC236}">
                    <a16:creationId xmlns:a16="http://schemas.microsoft.com/office/drawing/2014/main" id="{8915942A-2607-4A17-9437-6C544BEFC790}"/>
                  </a:ext>
                </a:extLst>
              </p:cNvPr>
              <p:cNvPicPr>
                <a:picLocks noGrp="1" noRot="1" noChangeAspect="1" noMove="1" noResize="1" noEditPoints="1" noAdjustHandles="1" noChangeArrowheads="1" noChangeShapeType="1" noCrop="1"/>
              </p:cNvPicPr>
              <p:nvPr/>
            </p:nvPicPr>
            <p:blipFill>
              <a:blip r:embed="rId4"/>
              <a:stretch>
                <a:fillRect/>
              </a:stretch>
            </p:blipFill>
            <p:spPr>
              <a:xfrm>
                <a:off x="5157120" y="2250731"/>
                <a:ext cx="2160332" cy="3501123"/>
              </a:xfrm>
              <a:prstGeom prst="rect">
                <a:avLst/>
              </a:prstGeom>
            </p:spPr>
          </p:pic>
        </mc:Fallback>
      </mc:AlternateContent>
    </p:spTree>
    <p:extLst>
      <p:ext uri="{BB962C8B-B14F-4D97-AF65-F5344CB8AC3E}">
        <p14:creationId xmlns:p14="http://schemas.microsoft.com/office/powerpoint/2010/main" val="96677572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accel="10000" decel="10000" fill="hold" nodeType="withEffect">
                                  <p:stCondLst>
                                    <p:cond delay="0"/>
                                  </p:stCondLst>
                                  <p:childTnLst>
                                    <p:animRot by="21600000">
                                      <p:cBhvr>
                                        <p:cTn id="6" dur="5000" fill="hold"/>
                                        <p:tgtEl>
                                          <p:spTgt spid="5"/>
                                        </p:tgtEl>
                                        <p:attrNameLst>
                                          <p:attrName>3d.view.rotation.y</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34F48D8F043AB4E88B8448C9A41E4F2" ma:contentTypeVersion="13" ma:contentTypeDescription="Create a new document." ma:contentTypeScope="" ma:versionID="3865feef376cda2e852ae1c7fd8e37fa">
  <xsd:schema xmlns:xsd="http://www.w3.org/2001/XMLSchema" xmlns:xs="http://www.w3.org/2001/XMLSchema" xmlns:p="http://schemas.microsoft.com/office/2006/metadata/properties" xmlns:ns2="df15456a-aabd-451a-b26d-603cb9643e03" xmlns:ns3="17366138-4c19-4296-90e1-fdecf533ae0c" targetNamespace="http://schemas.microsoft.com/office/2006/metadata/properties" ma:root="true" ma:fieldsID="e87ae09b166ae28a29ff95ac7a778b10" ns2:_="" ns3:_="">
    <xsd:import namespace="df15456a-aabd-451a-b26d-603cb9643e03"/>
    <xsd:import namespace="17366138-4c19-4296-90e1-fdecf533ae0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15456a-aabd-451a-b26d-603cb9643e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7366138-4c19-4296-90e1-fdecf533ae0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BA23E99-E7B8-4F33-BD0F-BEBF31BBAB27}">
  <ds:schemaRefs>
    <ds:schemaRef ds:uri="http://schemas.microsoft.com/sharepoint/v3/contenttype/forms"/>
  </ds:schemaRefs>
</ds:datastoreItem>
</file>

<file path=customXml/itemProps2.xml><?xml version="1.0" encoding="utf-8"?>
<ds:datastoreItem xmlns:ds="http://schemas.openxmlformats.org/officeDocument/2006/customXml" ds:itemID="{DF55D69F-4800-4AC3-9974-A2DED2C8A14B}"/>
</file>

<file path=customXml/itemProps3.xml><?xml version="1.0" encoding="utf-8"?>
<ds:datastoreItem xmlns:ds="http://schemas.openxmlformats.org/officeDocument/2006/customXml" ds:itemID="{10BAD9B6-C293-4130-ACF7-451D16A394D9}">
  <ds:schemaRefs>
    <ds:schemaRef ds:uri="http://schemas.microsoft.com/office/infopath/2007/PartnerControls"/>
    <ds:schemaRef ds:uri="http://purl.org/dc/elements/1.1/"/>
    <ds:schemaRef ds:uri="http://schemas.microsoft.com/office/2006/metadata/properties"/>
    <ds:schemaRef ds:uri="f1cf04bc-9f60-4a9d-874f-9541ee77ebfe"/>
    <ds:schemaRef ds:uri="http://purl.org/dc/terms/"/>
    <ds:schemaRef ds:uri="http://schemas.openxmlformats.org/package/2006/metadata/core-properties"/>
    <ds:schemaRef ds:uri="http://schemas.microsoft.com/office/2006/documentManagement/types"/>
    <ds:schemaRef ds:uri="http://purl.org/dc/dcmitype/"/>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Depth</Template>
  <TotalTime>3822</TotalTime>
  <Words>1664</Words>
  <Application>Microsoft Office PowerPoint</Application>
  <PresentationFormat>Widescreen</PresentationFormat>
  <Paragraphs>116</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Corbel</vt:lpstr>
      <vt:lpstr>Karla</vt:lpstr>
      <vt:lpstr>Depth</vt:lpstr>
      <vt:lpstr>Business Continuity</vt:lpstr>
      <vt:lpstr>Agenda</vt:lpstr>
      <vt:lpstr>The importance of business continuity</vt:lpstr>
      <vt:lpstr>The ISO22301 Standard</vt:lpstr>
      <vt:lpstr>BCMS</vt:lpstr>
      <vt:lpstr>Business Continuity Policy</vt:lpstr>
      <vt:lpstr>Business Continuity objectives</vt:lpstr>
      <vt:lpstr>Your role in the BCMS</vt:lpstr>
      <vt:lpstr>How can you help?</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CertiKit ISO22301 Toolkit</dc:title>
  <dc:creator>Copyright CertiKit</dc:creator>
  <cp:lastModifiedBy>Ken Holmes</cp:lastModifiedBy>
  <cp:revision>460</cp:revision>
  <dcterms:created xsi:type="dcterms:W3CDTF">2021-03-18T14:29:01Z</dcterms:created>
  <dcterms:modified xsi:type="dcterms:W3CDTF">2021-09-21T10:12:45Z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0x010100D34F48D8F043AB4E88B8448C9A41E4F2</vt:lpwstr>
  </property>
</Properties>
</file>