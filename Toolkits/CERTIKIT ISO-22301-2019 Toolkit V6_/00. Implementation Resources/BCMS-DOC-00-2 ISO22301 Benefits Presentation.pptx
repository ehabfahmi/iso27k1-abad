
<file path=[Content_Types].xml><?xml version="1.0" encoding="utf-8"?>
<Types xmlns="http://schemas.openxmlformats.org/package/2006/content-types">
  <Default Extension="png" ContentType="image/png"/>
  <Default Extension="svg" ContentType="image/svg+xml"/>
  <Default Extension="glb" ContentType="model/gltf.binary"/>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4"/>
  </p:sldMasterIdLst>
  <p:notesMasterIdLst>
    <p:notesMasterId r:id="rId15"/>
  </p:notesMasterIdLst>
  <p:sldIdLst>
    <p:sldId id="256" r:id="rId5"/>
    <p:sldId id="305" r:id="rId6"/>
    <p:sldId id="364" r:id="rId7"/>
    <p:sldId id="365" r:id="rId8"/>
    <p:sldId id="368" r:id="rId9"/>
    <p:sldId id="369" r:id="rId10"/>
    <p:sldId id="371" r:id="rId11"/>
    <p:sldId id="372" r:id="rId12"/>
    <p:sldId id="373" r:id="rId13"/>
    <p:sldId id="29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ie Darlington" initials="AD" lastIdx="1" clrIdx="0">
    <p:extLst>
      <p:ext uri="{19B8F6BF-5375-455C-9EA6-DF929625EA0E}">
        <p15:presenceInfo xmlns:p15="http://schemas.microsoft.com/office/powerpoint/2012/main" userId="S::andie.darlington@certikit.com::7273af36-98d1-4ee9-841f-73d22c55bb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904" autoAdjust="0"/>
  </p:normalViewPr>
  <p:slideViewPr>
    <p:cSldViewPr snapToGrid="0">
      <p:cViewPr varScale="1">
        <p:scale>
          <a:sx n="102" d="100"/>
          <a:sy n="102" d="100"/>
        </p:scale>
        <p:origin x="1430" y="77"/>
      </p:cViewPr>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mes" userId="3893c208-ca93-41ab-a7dd-d7881cdf5990" providerId="ADAL" clId="{DF219916-4862-46EE-A2B4-3422FF43CD4E}"/>
    <pc:docChg chg="modSld">
      <pc:chgData name="Ken Holmes" userId="3893c208-ca93-41ab-a7dd-d7881cdf5990" providerId="ADAL" clId="{DF219916-4862-46EE-A2B4-3422FF43CD4E}" dt="2021-09-21T10:05:36.911" v="1" actId="20577"/>
      <pc:docMkLst>
        <pc:docMk/>
      </pc:docMkLst>
      <pc:sldChg chg="modNotesTx">
        <pc:chgData name="Ken Holmes" userId="3893c208-ca93-41ab-a7dd-d7881cdf5990" providerId="ADAL" clId="{DF219916-4862-46EE-A2B4-3422FF43CD4E}" dt="2021-09-21T10:05:36.911" v="1" actId="20577"/>
        <pc:sldMkLst>
          <pc:docMk/>
          <pc:sldMk cId="2218175060" sldId="256"/>
        </pc:sldMkLst>
      </pc:sldChg>
    </pc:docChg>
  </pc:docChgLst>
  <pc:docChgLst>
    <pc:chgData name="Ken Holmes" userId="3893c208-ca93-41ab-a7dd-d7881cdf5990" providerId="ADAL" clId="{168ABB4C-C8E2-4957-82D9-BC80503430D3}"/>
    <pc:docChg chg="custSel modSld">
      <pc:chgData name="Ken Holmes" userId="3893c208-ca93-41ab-a7dd-d7881cdf5990" providerId="ADAL" clId="{168ABB4C-C8E2-4957-82D9-BC80503430D3}" dt="2021-04-09T11:55:30.680" v="312" actId="20577"/>
      <pc:docMkLst>
        <pc:docMk/>
      </pc:docMkLst>
      <pc:sldChg chg="modSp mod modNotesTx">
        <pc:chgData name="Ken Holmes" userId="3893c208-ca93-41ab-a7dd-d7881cdf5990" providerId="ADAL" clId="{168ABB4C-C8E2-4957-82D9-BC80503430D3}" dt="2021-04-09T10:58:56.749" v="23" actId="20577"/>
        <pc:sldMkLst>
          <pc:docMk/>
          <pc:sldMk cId="2218175060" sldId="256"/>
        </pc:sldMkLst>
        <pc:spChg chg="mod">
          <ac:chgData name="Ken Holmes" userId="3893c208-ca93-41ab-a7dd-d7881cdf5990" providerId="ADAL" clId="{168ABB4C-C8E2-4957-82D9-BC80503430D3}" dt="2021-04-09T10:57:35.097" v="9" actId="20577"/>
          <ac:spMkLst>
            <pc:docMk/>
            <pc:sldMk cId="2218175060" sldId="256"/>
            <ac:spMk id="3" creationId="{B0CD2686-F015-4A00-9BBF-7913E7551750}"/>
          </ac:spMkLst>
        </pc:spChg>
      </pc:sldChg>
      <pc:sldChg chg="modSp modNotesTx">
        <pc:chgData name="Ken Holmes" userId="3893c208-ca93-41ab-a7dd-d7881cdf5990" providerId="ADAL" clId="{168ABB4C-C8E2-4957-82D9-BC80503430D3}" dt="2021-04-09T11:19:25.514" v="85" actId="20577"/>
        <pc:sldMkLst>
          <pc:docMk/>
          <pc:sldMk cId="3570876149" sldId="299"/>
        </pc:sldMkLst>
        <pc:graphicFrameChg chg="mod">
          <ac:chgData name="Ken Holmes" userId="3893c208-ca93-41ab-a7dd-d7881cdf5990" providerId="ADAL" clId="{168ABB4C-C8E2-4957-82D9-BC80503430D3}" dt="2021-04-09T11:17:19.414" v="30" actId="20577"/>
          <ac:graphicFrameMkLst>
            <pc:docMk/>
            <pc:sldMk cId="3570876149" sldId="299"/>
            <ac:graphicFrameMk id="4" creationId="{A6E8142D-4F47-4A06-BAE7-25CC8B0D1AD6}"/>
          </ac:graphicFrameMkLst>
        </pc:graphicFrameChg>
      </pc:sldChg>
      <pc:sldChg chg="modNotesTx">
        <pc:chgData name="Ken Holmes" userId="3893c208-ca93-41ab-a7dd-d7881cdf5990" providerId="ADAL" clId="{168ABB4C-C8E2-4957-82D9-BC80503430D3}" dt="2021-04-09T11:25:42.749" v="215" actId="20577"/>
        <pc:sldMkLst>
          <pc:docMk/>
          <pc:sldMk cId="1987364848" sldId="300"/>
        </pc:sldMkLst>
      </pc:sldChg>
      <pc:sldChg chg="modNotesTx">
        <pc:chgData name="Ken Holmes" userId="3893c208-ca93-41ab-a7dd-d7881cdf5990" providerId="ADAL" clId="{168ABB4C-C8E2-4957-82D9-BC80503430D3}" dt="2021-04-09T11:22:49.122" v="96" actId="20577"/>
        <pc:sldMkLst>
          <pc:docMk/>
          <pc:sldMk cId="4228166121" sldId="311"/>
        </pc:sldMkLst>
      </pc:sldChg>
      <pc:sldChg chg="modNotesTx">
        <pc:chgData name="Ken Holmes" userId="3893c208-ca93-41ab-a7dd-d7881cdf5990" providerId="ADAL" clId="{168ABB4C-C8E2-4957-82D9-BC80503430D3}" dt="2021-04-09T11:23:22.466" v="99" actId="20577"/>
        <pc:sldMkLst>
          <pc:docMk/>
          <pc:sldMk cId="3265252606" sldId="312"/>
        </pc:sldMkLst>
      </pc:sldChg>
      <pc:sldChg chg="modNotesTx">
        <pc:chgData name="Ken Holmes" userId="3893c208-ca93-41ab-a7dd-d7881cdf5990" providerId="ADAL" clId="{168ABB4C-C8E2-4957-82D9-BC80503430D3}" dt="2021-04-09T11:23:34.604" v="104" actId="6549"/>
        <pc:sldMkLst>
          <pc:docMk/>
          <pc:sldMk cId="3058999988" sldId="313"/>
        </pc:sldMkLst>
      </pc:sldChg>
      <pc:sldChg chg="modSp">
        <pc:chgData name="Ken Holmes" userId="3893c208-ca93-41ab-a7dd-d7881cdf5990" providerId="ADAL" clId="{168ABB4C-C8E2-4957-82D9-BC80503430D3}" dt="2021-04-09T11:17:47.693" v="31" actId="20577"/>
        <pc:sldMkLst>
          <pc:docMk/>
          <pc:sldMk cId="4172265946" sldId="315"/>
        </pc:sldMkLst>
        <pc:graphicFrameChg chg="mod">
          <ac:chgData name="Ken Holmes" userId="3893c208-ca93-41ab-a7dd-d7881cdf5990" providerId="ADAL" clId="{168ABB4C-C8E2-4957-82D9-BC80503430D3}" dt="2021-04-09T11:17:47.693" v="31" actId="20577"/>
          <ac:graphicFrameMkLst>
            <pc:docMk/>
            <pc:sldMk cId="4172265946" sldId="315"/>
            <ac:graphicFrameMk id="4" creationId="{A6E8142D-4F47-4A06-BAE7-25CC8B0D1AD6}"/>
          </ac:graphicFrameMkLst>
        </pc:graphicFrameChg>
      </pc:sldChg>
      <pc:sldChg chg="modNotesTx">
        <pc:chgData name="Ken Holmes" userId="3893c208-ca93-41ab-a7dd-d7881cdf5990" providerId="ADAL" clId="{168ABB4C-C8E2-4957-82D9-BC80503430D3}" dt="2021-04-09T11:19:54.299" v="87" actId="20577"/>
        <pc:sldMkLst>
          <pc:docMk/>
          <pc:sldMk cId="903202483" sldId="317"/>
        </pc:sldMkLst>
      </pc:sldChg>
      <pc:sldChg chg="modNotesTx">
        <pc:chgData name="Ken Holmes" userId="3893c208-ca93-41ab-a7dd-d7881cdf5990" providerId="ADAL" clId="{168ABB4C-C8E2-4957-82D9-BC80503430D3}" dt="2021-04-09T11:22:19.351" v="91" actId="20577"/>
        <pc:sldMkLst>
          <pc:docMk/>
          <pc:sldMk cId="456226393" sldId="318"/>
        </pc:sldMkLst>
      </pc:sldChg>
      <pc:sldChg chg="modNotesTx">
        <pc:chgData name="Ken Holmes" userId="3893c208-ca93-41ab-a7dd-d7881cdf5990" providerId="ADAL" clId="{168ABB4C-C8E2-4957-82D9-BC80503430D3}" dt="2021-04-09T11:27:49.711" v="219" actId="20577"/>
        <pc:sldMkLst>
          <pc:docMk/>
          <pc:sldMk cId="2049285125" sldId="320"/>
        </pc:sldMkLst>
      </pc:sldChg>
      <pc:sldChg chg="modNotesTx">
        <pc:chgData name="Ken Holmes" userId="3893c208-ca93-41ab-a7dd-d7881cdf5990" providerId="ADAL" clId="{168ABB4C-C8E2-4957-82D9-BC80503430D3}" dt="2021-04-09T11:28:14.366" v="221" actId="20577"/>
        <pc:sldMkLst>
          <pc:docMk/>
          <pc:sldMk cId="488117873" sldId="321"/>
        </pc:sldMkLst>
      </pc:sldChg>
      <pc:sldChg chg="modNotesTx">
        <pc:chgData name="Ken Holmes" userId="3893c208-ca93-41ab-a7dd-d7881cdf5990" providerId="ADAL" clId="{168ABB4C-C8E2-4957-82D9-BC80503430D3}" dt="2021-04-09T11:28:45.481" v="225" actId="20577"/>
        <pc:sldMkLst>
          <pc:docMk/>
          <pc:sldMk cId="2231549838" sldId="323"/>
        </pc:sldMkLst>
      </pc:sldChg>
      <pc:sldChg chg="modNotesTx">
        <pc:chgData name="Ken Holmes" userId="3893c208-ca93-41ab-a7dd-d7881cdf5990" providerId="ADAL" clId="{168ABB4C-C8E2-4957-82D9-BC80503430D3}" dt="2021-04-09T11:29:08.943" v="227" actId="20577"/>
        <pc:sldMkLst>
          <pc:docMk/>
          <pc:sldMk cId="3802633652" sldId="324"/>
        </pc:sldMkLst>
      </pc:sldChg>
      <pc:sldChg chg="modSp">
        <pc:chgData name="Ken Holmes" userId="3893c208-ca93-41ab-a7dd-d7881cdf5990" providerId="ADAL" clId="{168ABB4C-C8E2-4957-82D9-BC80503430D3}" dt="2021-04-09T11:55:30.680" v="312" actId="20577"/>
        <pc:sldMkLst>
          <pc:docMk/>
          <pc:sldMk cId="2674345002" sldId="329"/>
        </pc:sldMkLst>
        <pc:graphicFrameChg chg="mod">
          <ac:chgData name="Ken Holmes" userId="3893c208-ca93-41ab-a7dd-d7881cdf5990" providerId="ADAL" clId="{168ABB4C-C8E2-4957-82D9-BC80503430D3}" dt="2021-04-09T11:55:30.680" v="312" actId="20577"/>
          <ac:graphicFrameMkLst>
            <pc:docMk/>
            <pc:sldMk cId="2674345002" sldId="329"/>
            <ac:graphicFrameMk id="4" creationId="{A96B5DC7-9FAF-480C-891F-C77792BBC354}"/>
          </ac:graphicFrameMkLst>
        </pc:graphicFrameChg>
      </pc:sldChg>
      <pc:sldChg chg="modNotesTx">
        <pc:chgData name="Ken Holmes" userId="3893c208-ca93-41ab-a7dd-d7881cdf5990" providerId="ADAL" clId="{168ABB4C-C8E2-4957-82D9-BC80503430D3}" dt="2021-04-09T11:31:55.532" v="228" actId="20577"/>
        <pc:sldMkLst>
          <pc:docMk/>
          <pc:sldMk cId="3320787828" sldId="334"/>
        </pc:sldMkLst>
      </pc:sldChg>
      <pc:sldChg chg="modNotesTx">
        <pc:chgData name="Ken Holmes" userId="3893c208-ca93-41ab-a7dd-d7881cdf5990" providerId="ADAL" clId="{168ABB4C-C8E2-4957-82D9-BC80503430D3}" dt="2021-04-09T11:34:02.517" v="292" actId="20577"/>
        <pc:sldMkLst>
          <pc:docMk/>
          <pc:sldMk cId="1731660458" sldId="337"/>
        </pc:sldMkLst>
      </pc:sldChg>
      <pc:sldChg chg="modNotesTx">
        <pc:chgData name="Ken Holmes" userId="3893c208-ca93-41ab-a7dd-d7881cdf5990" providerId="ADAL" clId="{168ABB4C-C8E2-4957-82D9-BC80503430D3}" dt="2021-04-09T11:26:47.332" v="217" actId="20577"/>
        <pc:sldMkLst>
          <pc:docMk/>
          <pc:sldMk cId="2729685958" sldId="339"/>
        </pc:sldMkLst>
      </pc:sldChg>
    </pc:docChg>
  </pc:docChgLst>
  <pc:docChgLst>
    <pc:chgData name="Andie Darlington" userId="7273af36-98d1-4ee9-841f-73d22c55bb1d" providerId="ADAL" clId="{A22D6FB7-F885-4DA8-9908-AD150CBEF5BC}"/>
    <pc:docChg chg="custSel modSld">
      <pc:chgData name="Andie Darlington" userId="7273af36-98d1-4ee9-841f-73d22c55bb1d" providerId="ADAL" clId="{A22D6FB7-F885-4DA8-9908-AD150CBEF5BC}" dt="2021-08-17T11:52:06.344" v="10"/>
      <pc:docMkLst>
        <pc:docMk/>
      </pc:docMkLst>
      <pc:sldChg chg="modNotesTx">
        <pc:chgData name="Andie Darlington" userId="7273af36-98d1-4ee9-841f-73d22c55bb1d" providerId="ADAL" clId="{A22D6FB7-F885-4DA8-9908-AD150CBEF5BC}" dt="2021-08-17T11:51:49.396" v="0" actId="313"/>
        <pc:sldMkLst>
          <pc:docMk/>
          <pc:sldMk cId="2218175060" sldId="256"/>
        </pc:sldMkLst>
      </pc:sldChg>
      <pc:sldChg chg="modNotesTx">
        <pc:chgData name="Andie Darlington" userId="7273af36-98d1-4ee9-841f-73d22c55bb1d" providerId="ADAL" clId="{A22D6FB7-F885-4DA8-9908-AD150CBEF5BC}" dt="2021-08-17T11:51:50.516" v="1" actId="313"/>
        <pc:sldMkLst>
          <pc:docMk/>
          <pc:sldMk cId="1896572785" sldId="344"/>
        </pc:sldMkLst>
      </pc:sldChg>
      <pc:sldChg chg="modNotesTx">
        <pc:chgData name="Andie Darlington" userId="7273af36-98d1-4ee9-841f-73d22c55bb1d" providerId="ADAL" clId="{A22D6FB7-F885-4DA8-9908-AD150CBEF5BC}" dt="2021-08-17T11:51:51.950" v="2" actId="313"/>
        <pc:sldMkLst>
          <pc:docMk/>
          <pc:sldMk cId="1435088869" sldId="345"/>
        </pc:sldMkLst>
      </pc:sldChg>
      <pc:sldChg chg="modNotesTx">
        <pc:chgData name="Andie Darlington" userId="7273af36-98d1-4ee9-841f-73d22c55bb1d" providerId="ADAL" clId="{A22D6FB7-F885-4DA8-9908-AD150CBEF5BC}" dt="2021-08-17T11:51:53.817" v="3" actId="313"/>
        <pc:sldMkLst>
          <pc:docMk/>
          <pc:sldMk cId="3315831754" sldId="349"/>
        </pc:sldMkLst>
      </pc:sldChg>
      <pc:sldChg chg="modNotesTx">
        <pc:chgData name="Andie Darlington" userId="7273af36-98d1-4ee9-841f-73d22c55bb1d" providerId="ADAL" clId="{A22D6FB7-F885-4DA8-9908-AD150CBEF5BC}" dt="2021-08-17T11:51:55.473" v="5" actId="313"/>
        <pc:sldMkLst>
          <pc:docMk/>
          <pc:sldMk cId="196072010" sldId="351"/>
        </pc:sldMkLst>
      </pc:sldChg>
      <pc:sldChg chg="modNotesTx">
        <pc:chgData name="Andie Darlington" userId="7273af36-98d1-4ee9-841f-73d22c55bb1d" providerId="ADAL" clId="{A22D6FB7-F885-4DA8-9908-AD150CBEF5BC}" dt="2021-08-17T11:51:56.547" v="6" actId="313"/>
        <pc:sldMkLst>
          <pc:docMk/>
          <pc:sldMk cId="586648219" sldId="354"/>
        </pc:sldMkLst>
      </pc:sldChg>
      <pc:sldChg chg="modSp modNotesTx">
        <pc:chgData name="Andie Darlington" userId="7273af36-98d1-4ee9-841f-73d22c55bb1d" providerId="ADAL" clId="{A22D6FB7-F885-4DA8-9908-AD150CBEF5BC}" dt="2021-08-17T11:52:01.446" v="8" actId="313"/>
        <pc:sldMkLst>
          <pc:docMk/>
          <pc:sldMk cId="1704201491" sldId="356"/>
        </pc:sldMkLst>
        <pc:spChg chg="mod">
          <ac:chgData name="Andie Darlington" userId="7273af36-98d1-4ee9-841f-73d22c55bb1d" providerId="ADAL" clId="{A22D6FB7-F885-4DA8-9908-AD150CBEF5BC}" dt="2021-08-17T11:51:59.570" v="7" actId="313"/>
          <ac:spMkLst>
            <pc:docMk/>
            <pc:sldMk cId="1704201491" sldId="356"/>
            <ac:spMk id="11" creationId="{FA107405-888C-4355-B50F-1721E2FC5BF7}"/>
          </ac:spMkLst>
        </pc:spChg>
      </pc:sldChg>
      <pc:sldChg chg="modSp">
        <pc:chgData name="Andie Darlington" userId="7273af36-98d1-4ee9-841f-73d22c55bb1d" providerId="ADAL" clId="{A22D6FB7-F885-4DA8-9908-AD150CBEF5BC}" dt="2021-08-17T11:52:06.344" v="10"/>
        <pc:sldMkLst>
          <pc:docMk/>
          <pc:sldMk cId="955755172" sldId="362"/>
        </pc:sldMkLst>
        <pc:graphicFrameChg chg="mod">
          <ac:chgData name="Andie Darlington" userId="7273af36-98d1-4ee9-841f-73d22c55bb1d" providerId="ADAL" clId="{A22D6FB7-F885-4DA8-9908-AD150CBEF5BC}" dt="2021-08-17T11:52:06.344" v="10"/>
          <ac:graphicFrameMkLst>
            <pc:docMk/>
            <pc:sldMk cId="955755172" sldId="362"/>
            <ac:graphicFrameMk id="4" creationId="{9F8A1B4A-8148-4A97-86A0-5F7663E3614F}"/>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image" Target="../media/image5.jpg"/><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image" Target="../media/image21.jpg"/></Relationships>
</file>

<file path=ppt/diagrams/_rels/drawing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image" Target="../media/image5.jpg"/><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image" Target="../media/image21.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84767F-4D05-4AB1-B684-5099417BAF7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93F826B2-345D-4C0A-BBA8-8A27EF4AD84C}">
      <dgm:prSet/>
      <dgm:spPr/>
      <dgm:t>
        <a:bodyPr/>
        <a:lstStyle/>
        <a:p>
          <a:r>
            <a:rPr lang="en-GB" dirty="0"/>
            <a:t>Why is business continuity important?</a:t>
          </a:r>
        </a:p>
      </dgm:t>
    </dgm:pt>
    <dgm:pt modelId="{E3A3A051-A808-4DF8-B773-8B2D683D6F06}" type="parTrans" cxnId="{D9CF1353-DF36-4EFA-A4B3-84D9A460A65A}">
      <dgm:prSet/>
      <dgm:spPr/>
      <dgm:t>
        <a:bodyPr/>
        <a:lstStyle/>
        <a:p>
          <a:endParaRPr lang="en-GB"/>
        </a:p>
      </dgm:t>
    </dgm:pt>
    <dgm:pt modelId="{156A9543-637E-4291-BE4D-EC8CA5B66F8F}" type="sibTrans" cxnId="{D9CF1353-DF36-4EFA-A4B3-84D9A460A65A}">
      <dgm:prSet/>
      <dgm:spPr/>
      <dgm:t>
        <a:bodyPr/>
        <a:lstStyle/>
        <a:p>
          <a:endParaRPr lang="en-GB"/>
        </a:p>
      </dgm:t>
    </dgm:pt>
    <dgm:pt modelId="{3FA84F3B-A057-432F-9A0F-8907E544FE64}">
      <dgm:prSet/>
      <dgm:spPr/>
      <dgm:t>
        <a:bodyPr/>
        <a:lstStyle/>
        <a:p>
          <a:r>
            <a:rPr lang="en-GB"/>
            <a:t>The BCMS and its benefits</a:t>
          </a:r>
        </a:p>
      </dgm:t>
    </dgm:pt>
    <dgm:pt modelId="{A09620E8-7180-409C-B499-4A8D581B4C9E}" type="parTrans" cxnId="{0441C4CF-8EC6-4276-9700-48829E2F3867}">
      <dgm:prSet/>
      <dgm:spPr/>
      <dgm:t>
        <a:bodyPr/>
        <a:lstStyle/>
        <a:p>
          <a:endParaRPr lang="en-GB"/>
        </a:p>
      </dgm:t>
    </dgm:pt>
    <dgm:pt modelId="{1C6F175C-E16A-4710-A5D9-3CAED85EF075}" type="sibTrans" cxnId="{0441C4CF-8EC6-4276-9700-48829E2F3867}">
      <dgm:prSet/>
      <dgm:spPr/>
      <dgm:t>
        <a:bodyPr/>
        <a:lstStyle/>
        <a:p>
          <a:endParaRPr lang="en-GB"/>
        </a:p>
      </dgm:t>
    </dgm:pt>
    <dgm:pt modelId="{25DEDF70-D6F3-4488-9ADC-79AD800241FD}">
      <dgm:prSet/>
      <dgm:spPr/>
      <dgm:t>
        <a:bodyPr/>
        <a:lstStyle/>
        <a:p>
          <a:r>
            <a:rPr lang="en-GB" dirty="0"/>
            <a:t>The ISO22301 international standard</a:t>
          </a:r>
        </a:p>
      </dgm:t>
    </dgm:pt>
    <dgm:pt modelId="{0265C4FF-A5F8-4D14-841B-B45A435324F8}" type="parTrans" cxnId="{842F9922-72A8-4BBF-B9D5-A3DD1B244E6E}">
      <dgm:prSet/>
      <dgm:spPr/>
      <dgm:t>
        <a:bodyPr/>
        <a:lstStyle/>
        <a:p>
          <a:endParaRPr lang="en-GB"/>
        </a:p>
      </dgm:t>
    </dgm:pt>
    <dgm:pt modelId="{69A00295-C622-4E1A-98C6-F82B3EEE31C8}" type="sibTrans" cxnId="{842F9922-72A8-4BBF-B9D5-A3DD1B244E6E}">
      <dgm:prSet/>
      <dgm:spPr/>
      <dgm:t>
        <a:bodyPr/>
        <a:lstStyle/>
        <a:p>
          <a:endParaRPr lang="en-GB"/>
        </a:p>
      </dgm:t>
    </dgm:pt>
    <dgm:pt modelId="{853DA1D2-E987-40ED-90BA-DA965B67FBED}">
      <dgm:prSet/>
      <dgm:spPr/>
      <dgm:t>
        <a:bodyPr/>
        <a:lstStyle/>
        <a:p>
          <a:r>
            <a:rPr lang="en-GB"/>
            <a:t>Next steps</a:t>
          </a:r>
        </a:p>
      </dgm:t>
    </dgm:pt>
    <dgm:pt modelId="{25AABB78-CD89-4E2B-A8ED-1B92C47EBFB7}" type="parTrans" cxnId="{FE00A459-EF86-4D3D-904C-A8B085C627E7}">
      <dgm:prSet/>
      <dgm:spPr/>
      <dgm:t>
        <a:bodyPr/>
        <a:lstStyle/>
        <a:p>
          <a:endParaRPr lang="en-GB"/>
        </a:p>
      </dgm:t>
    </dgm:pt>
    <dgm:pt modelId="{6702D8B6-0885-4EA4-BBAD-35376D27A9A4}" type="sibTrans" cxnId="{FE00A459-EF86-4D3D-904C-A8B085C627E7}">
      <dgm:prSet/>
      <dgm:spPr/>
      <dgm:t>
        <a:bodyPr/>
        <a:lstStyle/>
        <a:p>
          <a:endParaRPr lang="en-GB"/>
        </a:p>
      </dgm:t>
    </dgm:pt>
    <dgm:pt modelId="{292161D1-7D9B-4F36-B2E8-8A9A7D7FB5D3}">
      <dgm:prSet/>
      <dgm:spPr/>
      <dgm:t>
        <a:bodyPr/>
        <a:lstStyle/>
        <a:p>
          <a:r>
            <a:rPr lang="en-GB" dirty="0"/>
            <a:t>Questions</a:t>
          </a:r>
        </a:p>
      </dgm:t>
    </dgm:pt>
    <dgm:pt modelId="{FBF19E15-E0D0-468A-8D23-C1C69FC19BAC}" type="parTrans" cxnId="{B445F9EA-3641-4EAD-9B85-39A45E4F737E}">
      <dgm:prSet/>
      <dgm:spPr/>
      <dgm:t>
        <a:bodyPr/>
        <a:lstStyle/>
        <a:p>
          <a:endParaRPr lang="en-GB"/>
        </a:p>
      </dgm:t>
    </dgm:pt>
    <dgm:pt modelId="{9FACD080-2DAB-4DE3-8298-251CB927DB11}" type="sibTrans" cxnId="{B445F9EA-3641-4EAD-9B85-39A45E4F737E}">
      <dgm:prSet/>
      <dgm:spPr/>
      <dgm:t>
        <a:bodyPr/>
        <a:lstStyle/>
        <a:p>
          <a:endParaRPr lang="en-GB"/>
        </a:p>
      </dgm:t>
    </dgm:pt>
    <dgm:pt modelId="{5E264086-6170-4425-B920-5E89DA75F35C}" type="pres">
      <dgm:prSet presAssocID="{9684767F-4D05-4AB1-B684-5099417BAF78}" presName="linear" presStyleCnt="0">
        <dgm:presLayoutVars>
          <dgm:animLvl val="lvl"/>
          <dgm:resizeHandles val="exact"/>
        </dgm:presLayoutVars>
      </dgm:prSet>
      <dgm:spPr/>
    </dgm:pt>
    <dgm:pt modelId="{FA85ABA2-7C03-4FE5-86E9-4C6411D7E205}" type="pres">
      <dgm:prSet presAssocID="{93F826B2-345D-4C0A-BBA8-8A27EF4AD84C}" presName="parentText" presStyleLbl="node1" presStyleIdx="0" presStyleCnt="5">
        <dgm:presLayoutVars>
          <dgm:chMax val="0"/>
          <dgm:bulletEnabled val="1"/>
        </dgm:presLayoutVars>
      </dgm:prSet>
      <dgm:spPr/>
    </dgm:pt>
    <dgm:pt modelId="{E2301B4E-32CB-411E-9106-279BEA133E4A}" type="pres">
      <dgm:prSet presAssocID="{156A9543-637E-4291-BE4D-EC8CA5B66F8F}" presName="spacer" presStyleCnt="0"/>
      <dgm:spPr/>
    </dgm:pt>
    <dgm:pt modelId="{BCEF9220-0291-4A5E-B331-26345372F3F8}" type="pres">
      <dgm:prSet presAssocID="{3FA84F3B-A057-432F-9A0F-8907E544FE64}" presName="parentText" presStyleLbl="node1" presStyleIdx="1" presStyleCnt="5">
        <dgm:presLayoutVars>
          <dgm:chMax val="0"/>
          <dgm:bulletEnabled val="1"/>
        </dgm:presLayoutVars>
      </dgm:prSet>
      <dgm:spPr/>
    </dgm:pt>
    <dgm:pt modelId="{3B679427-4A43-40F3-804A-7B3C10323D24}" type="pres">
      <dgm:prSet presAssocID="{1C6F175C-E16A-4710-A5D9-3CAED85EF075}" presName="spacer" presStyleCnt="0"/>
      <dgm:spPr/>
    </dgm:pt>
    <dgm:pt modelId="{C90F9686-C197-4D9A-9405-F68BEBCB94D1}" type="pres">
      <dgm:prSet presAssocID="{25DEDF70-D6F3-4488-9ADC-79AD800241FD}" presName="parentText" presStyleLbl="node1" presStyleIdx="2" presStyleCnt="5">
        <dgm:presLayoutVars>
          <dgm:chMax val="0"/>
          <dgm:bulletEnabled val="1"/>
        </dgm:presLayoutVars>
      </dgm:prSet>
      <dgm:spPr/>
    </dgm:pt>
    <dgm:pt modelId="{BA3CC6FF-2FA1-4CAC-B62B-4BC44DF6B14B}" type="pres">
      <dgm:prSet presAssocID="{69A00295-C622-4E1A-98C6-F82B3EEE31C8}" presName="spacer" presStyleCnt="0"/>
      <dgm:spPr/>
    </dgm:pt>
    <dgm:pt modelId="{2D5041B4-1A47-4A40-8470-9192E5870FD5}" type="pres">
      <dgm:prSet presAssocID="{853DA1D2-E987-40ED-90BA-DA965B67FBED}" presName="parentText" presStyleLbl="node1" presStyleIdx="3" presStyleCnt="5">
        <dgm:presLayoutVars>
          <dgm:chMax val="0"/>
          <dgm:bulletEnabled val="1"/>
        </dgm:presLayoutVars>
      </dgm:prSet>
      <dgm:spPr/>
    </dgm:pt>
    <dgm:pt modelId="{852FEFC6-5698-4847-B856-87023BCA4E95}" type="pres">
      <dgm:prSet presAssocID="{6702D8B6-0885-4EA4-BBAD-35376D27A9A4}" presName="spacer" presStyleCnt="0"/>
      <dgm:spPr/>
    </dgm:pt>
    <dgm:pt modelId="{81B5A0E7-F2E0-457E-8C6C-16D0A5EF24AA}" type="pres">
      <dgm:prSet presAssocID="{292161D1-7D9B-4F36-B2E8-8A9A7D7FB5D3}" presName="parentText" presStyleLbl="node1" presStyleIdx="4" presStyleCnt="5">
        <dgm:presLayoutVars>
          <dgm:chMax val="0"/>
          <dgm:bulletEnabled val="1"/>
        </dgm:presLayoutVars>
      </dgm:prSet>
      <dgm:spPr/>
    </dgm:pt>
  </dgm:ptLst>
  <dgm:cxnLst>
    <dgm:cxn modelId="{E82CC713-F122-4F28-996C-5A80D1729F8F}" type="presOf" srcId="{9684767F-4D05-4AB1-B684-5099417BAF78}" destId="{5E264086-6170-4425-B920-5E89DA75F35C}" srcOrd="0" destOrd="0" presId="urn:microsoft.com/office/officeart/2005/8/layout/vList2"/>
    <dgm:cxn modelId="{842F9922-72A8-4BBF-B9D5-A3DD1B244E6E}" srcId="{9684767F-4D05-4AB1-B684-5099417BAF78}" destId="{25DEDF70-D6F3-4488-9ADC-79AD800241FD}" srcOrd="2" destOrd="0" parTransId="{0265C4FF-A5F8-4D14-841B-B45A435324F8}" sibTransId="{69A00295-C622-4E1A-98C6-F82B3EEE31C8}"/>
    <dgm:cxn modelId="{E508AC30-468A-4148-91D3-02FCE6342377}" type="presOf" srcId="{3FA84F3B-A057-432F-9A0F-8907E544FE64}" destId="{BCEF9220-0291-4A5E-B331-26345372F3F8}" srcOrd="0" destOrd="0" presId="urn:microsoft.com/office/officeart/2005/8/layout/vList2"/>
    <dgm:cxn modelId="{C258D63F-85CB-4067-B05F-4724D73FA357}" type="presOf" srcId="{292161D1-7D9B-4F36-B2E8-8A9A7D7FB5D3}" destId="{81B5A0E7-F2E0-457E-8C6C-16D0A5EF24AA}" srcOrd="0" destOrd="0" presId="urn:microsoft.com/office/officeart/2005/8/layout/vList2"/>
    <dgm:cxn modelId="{1DDF8F43-4212-4C91-BB84-ACFEC68B9976}" type="presOf" srcId="{25DEDF70-D6F3-4488-9ADC-79AD800241FD}" destId="{C90F9686-C197-4D9A-9405-F68BEBCB94D1}" srcOrd="0" destOrd="0" presId="urn:microsoft.com/office/officeart/2005/8/layout/vList2"/>
    <dgm:cxn modelId="{D9CF1353-DF36-4EFA-A4B3-84D9A460A65A}" srcId="{9684767F-4D05-4AB1-B684-5099417BAF78}" destId="{93F826B2-345D-4C0A-BBA8-8A27EF4AD84C}" srcOrd="0" destOrd="0" parTransId="{E3A3A051-A808-4DF8-B773-8B2D683D6F06}" sibTransId="{156A9543-637E-4291-BE4D-EC8CA5B66F8F}"/>
    <dgm:cxn modelId="{FE00A459-EF86-4D3D-904C-A8B085C627E7}" srcId="{9684767F-4D05-4AB1-B684-5099417BAF78}" destId="{853DA1D2-E987-40ED-90BA-DA965B67FBED}" srcOrd="3" destOrd="0" parTransId="{25AABB78-CD89-4E2B-A8ED-1B92C47EBFB7}" sibTransId="{6702D8B6-0885-4EA4-BBAD-35376D27A9A4}"/>
    <dgm:cxn modelId="{3A8B6A93-2B10-409D-BB6B-EE53F7103368}" type="presOf" srcId="{93F826B2-345D-4C0A-BBA8-8A27EF4AD84C}" destId="{FA85ABA2-7C03-4FE5-86E9-4C6411D7E205}" srcOrd="0" destOrd="0" presId="urn:microsoft.com/office/officeart/2005/8/layout/vList2"/>
    <dgm:cxn modelId="{F79465AB-7F98-4507-9E69-0EDF5031C1D2}" type="presOf" srcId="{853DA1D2-E987-40ED-90BA-DA965B67FBED}" destId="{2D5041B4-1A47-4A40-8470-9192E5870FD5}" srcOrd="0" destOrd="0" presId="urn:microsoft.com/office/officeart/2005/8/layout/vList2"/>
    <dgm:cxn modelId="{0441C4CF-8EC6-4276-9700-48829E2F3867}" srcId="{9684767F-4D05-4AB1-B684-5099417BAF78}" destId="{3FA84F3B-A057-432F-9A0F-8907E544FE64}" srcOrd="1" destOrd="0" parTransId="{A09620E8-7180-409C-B499-4A8D581B4C9E}" sibTransId="{1C6F175C-E16A-4710-A5D9-3CAED85EF075}"/>
    <dgm:cxn modelId="{B445F9EA-3641-4EAD-9B85-39A45E4F737E}" srcId="{9684767F-4D05-4AB1-B684-5099417BAF78}" destId="{292161D1-7D9B-4F36-B2E8-8A9A7D7FB5D3}" srcOrd="4" destOrd="0" parTransId="{FBF19E15-E0D0-468A-8D23-C1C69FC19BAC}" sibTransId="{9FACD080-2DAB-4DE3-8298-251CB927DB11}"/>
    <dgm:cxn modelId="{976E146B-85E8-4C9D-872D-E2A1AF3B5E71}" type="presParOf" srcId="{5E264086-6170-4425-B920-5E89DA75F35C}" destId="{FA85ABA2-7C03-4FE5-86E9-4C6411D7E205}" srcOrd="0" destOrd="0" presId="urn:microsoft.com/office/officeart/2005/8/layout/vList2"/>
    <dgm:cxn modelId="{AD160CC3-1DFC-41D5-ADF8-BA054C60D44F}" type="presParOf" srcId="{5E264086-6170-4425-B920-5E89DA75F35C}" destId="{E2301B4E-32CB-411E-9106-279BEA133E4A}" srcOrd="1" destOrd="0" presId="urn:microsoft.com/office/officeart/2005/8/layout/vList2"/>
    <dgm:cxn modelId="{07D8CF8E-3A23-449C-83F3-5EFD371FF831}" type="presParOf" srcId="{5E264086-6170-4425-B920-5E89DA75F35C}" destId="{BCEF9220-0291-4A5E-B331-26345372F3F8}" srcOrd="2" destOrd="0" presId="urn:microsoft.com/office/officeart/2005/8/layout/vList2"/>
    <dgm:cxn modelId="{C647D454-F8BB-403A-8041-2456D533C8B6}" type="presParOf" srcId="{5E264086-6170-4425-B920-5E89DA75F35C}" destId="{3B679427-4A43-40F3-804A-7B3C10323D24}" srcOrd="3" destOrd="0" presId="urn:microsoft.com/office/officeart/2005/8/layout/vList2"/>
    <dgm:cxn modelId="{F6C8400E-2DAA-43E2-9DF5-1C0C2995AB39}" type="presParOf" srcId="{5E264086-6170-4425-B920-5E89DA75F35C}" destId="{C90F9686-C197-4D9A-9405-F68BEBCB94D1}" srcOrd="4" destOrd="0" presId="urn:microsoft.com/office/officeart/2005/8/layout/vList2"/>
    <dgm:cxn modelId="{8D7CA123-EB95-4D91-8D25-9352453BED95}" type="presParOf" srcId="{5E264086-6170-4425-B920-5E89DA75F35C}" destId="{BA3CC6FF-2FA1-4CAC-B62B-4BC44DF6B14B}" srcOrd="5" destOrd="0" presId="urn:microsoft.com/office/officeart/2005/8/layout/vList2"/>
    <dgm:cxn modelId="{F8F8A6AC-BE8B-48E3-AB6C-DAD05399ED38}" type="presParOf" srcId="{5E264086-6170-4425-B920-5E89DA75F35C}" destId="{2D5041B4-1A47-4A40-8470-9192E5870FD5}" srcOrd="6" destOrd="0" presId="urn:microsoft.com/office/officeart/2005/8/layout/vList2"/>
    <dgm:cxn modelId="{A7FA0961-C8F6-499D-83FA-BDAEC14E8FF6}" type="presParOf" srcId="{5E264086-6170-4425-B920-5E89DA75F35C}" destId="{852FEFC6-5698-4847-B856-87023BCA4E95}" srcOrd="7" destOrd="0" presId="urn:microsoft.com/office/officeart/2005/8/layout/vList2"/>
    <dgm:cxn modelId="{C8863D22-8780-43E3-B65A-ED7E8940FA3A}" type="presParOf" srcId="{5E264086-6170-4425-B920-5E89DA75F35C}" destId="{81B5A0E7-F2E0-457E-8C6C-16D0A5EF24A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5C44F4-E8BA-4422-B822-5DD89E8B388B}"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n-GB"/>
        </a:p>
      </dgm:t>
    </dgm:pt>
    <dgm:pt modelId="{15838BD2-67B0-437D-9211-AD19DB164028}">
      <dgm:prSet phldrT="[Text]"/>
      <dgm:spPr/>
      <dgm:t>
        <a:bodyPr/>
        <a:lstStyle/>
        <a:p>
          <a:r>
            <a:rPr lang="en-GB" dirty="0">
              <a:latin typeface="Karla" panose="020B0604020202020204" charset="0"/>
              <a:cs typeface="Arial" panose="020B0604020202020204" pitchFamily="34" charset="0"/>
            </a:rPr>
            <a:t>Policy</a:t>
          </a:r>
          <a:endParaRPr lang="en-GB" dirty="0"/>
        </a:p>
      </dgm:t>
    </dgm:pt>
    <dgm:pt modelId="{DD65083C-E78B-4479-B0CD-D7C78F363A45}" type="parTrans" cxnId="{88C35F3C-C43A-4E6F-967A-E0B57B633C3B}">
      <dgm:prSet/>
      <dgm:spPr/>
      <dgm:t>
        <a:bodyPr/>
        <a:lstStyle/>
        <a:p>
          <a:endParaRPr lang="en-GB"/>
        </a:p>
      </dgm:t>
    </dgm:pt>
    <dgm:pt modelId="{2FAD0784-293D-46DB-88B9-61D43412A662}" type="sibTrans" cxnId="{88C35F3C-C43A-4E6F-967A-E0B57B633C3B}">
      <dgm:prSet/>
      <dgm:spPr/>
      <dgm:t>
        <a:bodyPr/>
        <a:lstStyle/>
        <a:p>
          <a:endParaRPr lang="en-GB"/>
        </a:p>
      </dgm:t>
    </dgm:pt>
    <dgm:pt modelId="{5EB30BB9-4EC1-4610-81DA-E342FCD3F69F}">
      <dgm:prSet phldrT="[Text]"/>
      <dgm:spPr/>
      <dgm:t>
        <a:bodyPr/>
        <a:lstStyle/>
        <a:p>
          <a:r>
            <a:rPr lang="en-GB" dirty="0">
              <a:latin typeface="Karla" panose="020B0604020202020204" charset="0"/>
              <a:cs typeface="Arial" panose="020B0604020202020204" pitchFamily="34" charset="0"/>
            </a:rPr>
            <a:t>Planning</a:t>
          </a:r>
          <a:endParaRPr lang="en-GB" dirty="0"/>
        </a:p>
      </dgm:t>
    </dgm:pt>
    <dgm:pt modelId="{55B1D4A6-81F0-489C-B9FB-5E4316452C09}" type="parTrans" cxnId="{EA10A373-F22D-4FBB-90F4-8227338C4593}">
      <dgm:prSet/>
      <dgm:spPr/>
      <dgm:t>
        <a:bodyPr/>
        <a:lstStyle/>
        <a:p>
          <a:endParaRPr lang="en-GB"/>
        </a:p>
      </dgm:t>
    </dgm:pt>
    <dgm:pt modelId="{BC887280-1045-4539-8785-61E7757F0896}" type="sibTrans" cxnId="{EA10A373-F22D-4FBB-90F4-8227338C4593}">
      <dgm:prSet/>
      <dgm:spPr/>
      <dgm:t>
        <a:bodyPr/>
        <a:lstStyle/>
        <a:p>
          <a:endParaRPr lang="en-GB"/>
        </a:p>
      </dgm:t>
    </dgm:pt>
    <dgm:pt modelId="{82EC4B3B-85F7-499B-A120-9D937137570D}">
      <dgm:prSet phldrT="[Text]"/>
      <dgm:spPr/>
      <dgm:t>
        <a:bodyPr/>
        <a:lstStyle/>
        <a:p>
          <a:r>
            <a:rPr lang="en-GB" dirty="0">
              <a:latin typeface="Karla" panose="020B0604020202020204" charset="0"/>
              <a:cs typeface="Arial" panose="020B0604020202020204" pitchFamily="34" charset="0"/>
            </a:rPr>
            <a:t>Implementation and operation</a:t>
          </a:r>
          <a:endParaRPr lang="en-GB" dirty="0"/>
        </a:p>
      </dgm:t>
    </dgm:pt>
    <dgm:pt modelId="{EE37E9B6-A510-4D2F-899B-52BF69871E2B}" type="parTrans" cxnId="{CC388096-180E-40BB-8566-E0A2C88589A8}">
      <dgm:prSet/>
      <dgm:spPr/>
      <dgm:t>
        <a:bodyPr/>
        <a:lstStyle/>
        <a:p>
          <a:endParaRPr lang="en-GB"/>
        </a:p>
      </dgm:t>
    </dgm:pt>
    <dgm:pt modelId="{D72CE644-35F6-4A8D-9455-E4A2663A345A}" type="sibTrans" cxnId="{CC388096-180E-40BB-8566-E0A2C88589A8}">
      <dgm:prSet/>
      <dgm:spPr/>
      <dgm:t>
        <a:bodyPr/>
        <a:lstStyle/>
        <a:p>
          <a:endParaRPr lang="en-GB"/>
        </a:p>
      </dgm:t>
    </dgm:pt>
    <dgm:pt modelId="{F38ABA6D-5A95-4899-8D0E-63C8945FB01E}">
      <dgm:prSet phldrT="[Text]"/>
      <dgm:spPr/>
      <dgm:t>
        <a:bodyPr/>
        <a:lstStyle/>
        <a:p>
          <a:r>
            <a:rPr lang="en-GB" dirty="0">
              <a:latin typeface="Karla" panose="020B0604020202020204" charset="0"/>
              <a:cs typeface="Arial" panose="020B0604020202020204" pitchFamily="34" charset="0"/>
            </a:rPr>
            <a:t>Performance assessment</a:t>
          </a:r>
          <a:endParaRPr lang="en-GB" dirty="0"/>
        </a:p>
      </dgm:t>
    </dgm:pt>
    <dgm:pt modelId="{FCC31034-4700-461E-90E9-19E5EA660D65}" type="parTrans" cxnId="{ECEF7B6E-E7F0-42E2-B13A-838375759ABE}">
      <dgm:prSet/>
      <dgm:spPr/>
      <dgm:t>
        <a:bodyPr/>
        <a:lstStyle/>
        <a:p>
          <a:endParaRPr lang="en-GB"/>
        </a:p>
      </dgm:t>
    </dgm:pt>
    <dgm:pt modelId="{192E72E8-2A95-4BB2-BB16-4582496CA078}" type="sibTrans" cxnId="{ECEF7B6E-E7F0-42E2-B13A-838375759ABE}">
      <dgm:prSet/>
      <dgm:spPr/>
      <dgm:t>
        <a:bodyPr/>
        <a:lstStyle/>
        <a:p>
          <a:endParaRPr lang="en-GB"/>
        </a:p>
      </dgm:t>
    </dgm:pt>
    <dgm:pt modelId="{97154777-E58A-4ECF-98C2-58E703938960}">
      <dgm:prSet phldrT="[Text]"/>
      <dgm:spPr/>
      <dgm:t>
        <a:bodyPr/>
        <a:lstStyle/>
        <a:p>
          <a:r>
            <a:rPr lang="en-GB" dirty="0">
              <a:latin typeface="Karla" panose="020B0604020202020204" charset="0"/>
              <a:cs typeface="Arial" panose="020B0604020202020204" pitchFamily="34" charset="0"/>
            </a:rPr>
            <a:t>Management review</a:t>
          </a:r>
          <a:endParaRPr lang="en-GB" dirty="0"/>
        </a:p>
      </dgm:t>
    </dgm:pt>
    <dgm:pt modelId="{C8049819-276B-48F4-9C19-D97AD442C372}" type="parTrans" cxnId="{54192286-1F53-41C7-88F6-C8222571A001}">
      <dgm:prSet/>
      <dgm:spPr/>
      <dgm:t>
        <a:bodyPr/>
        <a:lstStyle/>
        <a:p>
          <a:endParaRPr lang="en-GB"/>
        </a:p>
      </dgm:t>
    </dgm:pt>
    <dgm:pt modelId="{C9BEA666-DC27-4675-B930-AFC5B7846E87}" type="sibTrans" cxnId="{54192286-1F53-41C7-88F6-C8222571A001}">
      <dgm:prSet/>
      <dgm:spPr/>
      <dgm:t>
        <a:bodyPr/>
        <a:lstStyle/>
        <a:p>
          <a:endParaRPr lang="en-GB"/>
        </a:p>
      </dgm:t>
    </dgm:pt>
    <dgm:pt modelId="{2E043E9C-468F-41BC-8AD4-D7DA9E0CA605}">
      <dgm:prSet phldrT="[Text]"/>
      <dgm:spPr/>
      <dgm:t>
        <a:bodyPr/>
        <a:lstStyle/>
        <a:p>
          <a:r>
            <a:rPr lang="en-GB">
              <a:latin typeface="Karla" panose="020B0604020202020204" charset="0"/>
              <a:cs typeface="Arial" panose="020B0604020202020204" pitchFamily="34" charset="0"/>
            </a:rPr>
            <a:t>Improvement</a:t>
          </a:r>
          <a:endParaRPr lang="en-GB" dirty="0"/>
        </a:p>
      </dgm:t>
    </dgm:pt>
    <dgm:pt modelId="{D8E38161-7975-46EA-B074-34738EB8840E}" type="parTrans" cxnId="{EB5D37CB-5B2A-4739-B681-9FF05B2AB8B5}">
      <dgm:prSet/>
      <dgm:spPr/>
      <dgm:t>
        <a:bodyPr/>
        <a:lstStyle/>
        <a:p>
          <a:endParaRPr lang="en-GB"/>
        </a:p>
      </dgm:t>
    </dgm:pt>
    <dgm:pt modelId="{92462107-4A77-4B41-A67D-A6DC8D73A233}" type="sibTrans" cxnId="{EB5D37CB-5B2A-4739-B681-9FF05B2AB8B5}">
      <dgm:prSet/>
      <dgm:spPr/>
      <dgm:t>
        <a:bodyPr/>
        <a:lstStyle/>
        <a:p>
          <a:endParaRPr lang="en-GB"/>
        </a:p>
      </dgm:t>
    </dgm:pt>
    <dgm:pt modelId="{492F72FF-345E-4E61-AC7C-BAC96AD571EF}" type="pres">
      <dgm:prSet presAssocID="{4B5C44F4-E8BA-4422-B822-5DD89E8B388B}" presName="Name0" presStyleCnt="0">
        <dgm:presLayoutVars>
          <dgm:dir/>
          <dgm:resizeHandles val="exact"/>
        </dgm:presLayoutVars>
      </dgm:prSet>
      <dgm:spPr/>
    </dgm:pt>
    <dgm:pt modelId="{732C5B79-1F2C-4118-9F66-7958B4D87E1C}" type="pres">
      <dgm:prSet presAssocID="{15838BD2-67B0-437D-9211-AD19DB164028}" presName="compNode" presStyleCnt="0"/>
      <dgm:spPr/>
    </dgm:pt>
    <dgm:pt modelId="{0A1A1772-9DA0-45B7-99B3-714DB0DA9871}" type="pres">
      <dgm:prSet presAssocID="{15838BD2-67B0-437D-9211-AD19DB164028}" presName="pictRect" presStyleLbl="node1" presStyleIdx="0" presStyleCnt="6"/>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628" t="-16038" r="-1628" b="-77480"/>
          </a:stretch>
        </a:blipFill>
      </dgm:spPr>
    </dgm:pt>
    <dgm:pt modelId="{AFB4A5A9-F386-457B-9BCA-EA79F350771C}" type="pres">
      <dgm:prSet presAssocID="{15838BD2-67B0-437D-9211-AD19DB164028}" presName="textRect" presStyleLbl="revTx" presStyleIdx="0" presStyleCnt="6">
        <dgm:presLayoutVars>
          <dgm:bulletEnabled val="1"/>
        </dgm:presLayoutVars>
      </dgm:prSet>
      <dgm:spPr/>
    </dgm:pt>
    <dgm:pt modelId="{E59879A0-0708-4080-9294-D679FA504930}" type="pres">
      <dgm:prSet presAssocID="{2FAD0784-293D-46DB-88B9-61D43412A662}" presName="sibTrans" presStyleLbl="sibTrans2D1" presStyleIdx="0" presStyleCnt="0"/>
      <dgm:spPr/>
    </dgm:pt>
    <dgm:pt modelId="{E62D6AEA-E47E-4CCE-8D44-3620A788A65E}" type="pres">
      <dgm:prSet presAssocID="{5EB30BB9-4EC1-4610-81DA-E342FCD3F69F}" presName="compNode" presStyleCnt="0"/>
      <dgm:spPr/>
    </dgm:pt>
    <dgm:pt modelId="{AFEAB4D2-636D-4B7A-8497-86CD40E60748}" type="pres">
      <dgm:prSet presAssocID="{5EB30BB9-4EC1-4610-81DA-E342FCD3F69F}" presName="pictRect" presStyleLbl="nod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5C76F4F3-8F30-45C0-8D98-43DC16A3A471}" type="pres">
      <dgm:prSet presAssocID="{5EB30BB9-4EC1-4610-81DA-E342FCD3F69F}" presName="textRect" presStyleLbl="revTx" presStyleIdx="1" presStyleCnt="6">
        <dgm:presLayoutVars>
          <dgm:bulletEnabled val="1"/>
        </dgm:presLayoutVars>
      </dgm:prSet>
      <dgm:spPr/>
    </dgm:pt>
    <dgm:pt modelId="{89DBCCCF-25B7-48AE-AFB2-841B2D7F5D91}" type="pres">
      <dgm:prSet presAssocID="{BC887280-1045-4539-8785-61E7757F0896}" presName="sibTrans" presStyleLbl="sibTrans2D1" presStyleIdx="0" presStyleCnt="0"/>
      <dgm:spPr/>
    </dgm:pt>
    <dgm:pt modelId="{367966DF-3654-43E7-B783-595FA1D2C4E0}" type="pres">
      <dgm:prSet presAssocID="{82EC4B3B-85F7-499B-A120-9D937137570D}" presName="compNode" presStyleCnt="0"/>
      <dgm:spPr/>
    </dgm:pt>
    <dgm:pt modelId="{2A2779CD-2349-4DCE-ACFE-E560D24AA6AB}" type="pres">
      <dgm:prSet presAssocID="{82EC4B3B-85F7-499B-A120-9D937137570D}" presName="pictRect" presStyleLbl="node1" presStyleIdx="2" presStyleCnt="6"/>
      <dgm:spPr>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dgm:spPr>
    </dgm:pt>
    <dgm:pt modelId="{798B1534-2854-4182-BF7F-F650AAD65275}" type="pres">
      <dgm:prSet presAssocID="{82EC4B3B-85F7-499B-A120-9D937137570D}" presName="textRect" presStyleLbl="revTx" presStyleIdx="2" presStyleCnt="6">
        <dgm:presLayoutVars>
          <dgm:bulletEnabled val="1"/>
        </dgm:presLayoutVars>
      </dgm:prSet>
      <dgm:spPr/>
    </dgm:pt>
    <dgm:pt modelId="{BC901C6D-D1B8-44E7-951B-1716FACEAE1B}" type="pres">
      <dgm:prSet presAssocID="{D72CE644-35F6-4A8D-9455-E4A2663A345A}" presName="sibTrans" presStyleLbl="sibTrans2D1" presStyleIdx="0" presStyleCnt="0"/>
      <dgm:spPr/>
    </dgm:pt>
    <dgm:pt modelId="{06D639D1-4FA8-42C8-8101-9D3249A7E60C}" type="pres">
      <dgm:prSet presAssocID="{F38ABA6D-5A95-4899-8D0E-63C8945FB01E}" presName="compNode" presStyleCnt="0"/>
      <dgm:spPr/>
    </dgm:pt>
    <dgm:pt modelId="{0867E068-F356-4984-B4C1-A03EF836D08E}" type="pres">
      <dgm:prSet presAssocID="{F38ABA6D-5A95-4899-8D0E-63C8945FB01E}" presName="pictRect" presStyleLbl="nod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t="-6000" b="-6000"/>
          </a:stretch>
        </a:blipFill>
      </dgm:spPr>
    </dgm:pt>
    <dgm:pt modelId="{1EE9C515-3FC3-4FE7-BFA5-AA9103DA26C6}" type="pres">
      <dgm:prSet presAssocID="{F38ABA6D-5A95-4899-8D0E-63C8945FB01E}" presName="textRect" presStyleLbl="revTx" presStyleIdx="3" presStyleCnt="6">
        <dgm:presLayoutVars>
          <dgm:bulletEnabled val="1"/>
        </dgm:presLayoutVars>
      </dgm:prSet>
      <dgm:spPr/>
    </dgm:pt>
    <dgm:pt modelId="{75C76029-5CB9-4806-8662-7780BBC27743}" type="pres">
      <dgm:prSet presAssocID="{192E72E8-2A95-4BB2-BB16-4582496CA078}" presName="sibTrans" presStyleLbl="sibTrans2D1" presStyleIdx="0" presStyleCnt="0"/>
      <dgm:spPr/>
    </dgm:pt>
    <dgm:pt modelId="{443DF53A-1D16-4957-B294-4D9631A2B7DD}" type="pres">
      <dgm:prSet presAssocID="{97154777-E58A-4ECF-98C2-58E703938960}" presName="compNode" presStyleCnt="0"/>
      <dgm:spPr/>
    </dgm:pt>
    <dgm:pt modelId="{BFD88210-AEAB-4183-92DA-54EBB3BA6CD3}" type="pres">
      <dgm:prSet presAssocID="{97154777-E58A-4ECF-98C2-58E703938960}" presName="pictRect" presStyleLbl="node1" presStyleIdx="4" presStyleCnt="6"/>
      <dgm:spPr>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36612" t="-32171" r="-29942" b="-28356"/>
          </a:stretch>
        </a:blipFill>
      </dgm:spPr>
    </dgm:pt>
    <dgm:pt modelId="{155B0AB3-00A9-4E7F-B9E4-AB6E524D13B5}" type="pres">
      <dgm:prSet presAssocID="{97154777-E58A-4ECF-98C2-58E703938960}" presName="textRect" presStyleLbl="revTx" presStyleIdx="4" presStyleCnt="6">
        <dgm:presLayoutVars>
          <dgm:bulletEnabled val="1"/>
        </dgm:presLayoutVars>
      </dgm:prSet>
      <dgm:spPr/>
    </dgm:pt>
    <dgm:pt modelId="{4C9A27E9-EFD1-4CA3-B347-4B97DD6F46A1}" type="pres">
      <dgm:prSet presAssocID="{C9BEA666-DC27-4675-B930-AFC5B7846E87}" presName="sibTrans" presStyleLbl="sibTrans2D1" presStyleIdx="0" presStyleCnt="0"/>
      <dgm:spPr/>
    </dgm:pt>
    <dgm:pt modelId="{A424DA66-524F-42F8-8520-4B9A249E4428}" type="pres">
      <dgm:prSet presAssocID="{2E043E9C-468F-41BC-8AD4-D7DA9E0CA605}" presName="compNode" presStyleCnt="0"/>
      <dgm:spPr/>
    </dgm:pt>
    <dgm:pt modelId="{83E4E968-1590-4815-AE42-6FFF311FDAE6}" type="pres">
      <dgm:prSet presAssocID="{2E043E9C-468F-41BC-8AD4-D7DA9E0CA605}" presName="pictRect" presStyleLbl="nod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dgm:spPr>
    </dgm:pt>
    <dgm:pt modelId="{31CDC941-A7D2-42FE-8654-3711639E3942}" type="pres">
      <dgm:prSet presAssocID="{2E043E9C-468F-41BC-8AD4-D7DA9E0CA605}" presName="textRect" presStyleLbl="revTx" presStyleIdx="5" presStyleCnt="6">
        <dgm:presLayoutVars>
          <dgm:bulletEnabled val="1"/>
        </dgm:presLayoutVars>
      </dgm:prSet>
      <dgm:spPr/>
    </dgm:pt>
  </dgm:ptLst>
  <dgm:cxnLst>
    <dgm:cxn modelId="{88C35F3C-C43A-4E6F-967A-E0B57B633C3B}" srcId="{4B5C44F4-E8BA-4422-B822-5DD89E8B388B}" destId="{15838BD2-67B0-437D-9211-AD19DB164028}" srcOrd="0" destOrd="0" parTransId="{DD65083C-E78B-4479-B0CD-D7C78F363A45}" sibTransId="{2FAD0784-293D-46DB-88B9-61D43412A662}"/>
    <dgm:cxn modelId="{56F84861-ED53-419D-807F-F11384F2E92B}" type="presOf" srcId="{2E043E9C-468F-41BC-8AD4-D7DA9E0CA605}" destId="{31CDC941-A7D2-42FE-8654-3711639E3942}" srcOrd="0" destOrd="0" presId="urn:microsoft.com/office/officeart/2005/8/layout/pList1"/>
    <dgm:cxn modelId="{ECEF7B6E-E7F0-42E2-B13A-838375759ABE}" srcId="{4B5C44F4-E8BA-4422-B822-5DD89E8B388B}" destId="{F38ABA6D-5A95-4899-8D0E-63C8945FB01E}" srcOrd="3" destOrd="0" parTransId="{FCC31034-4700-461E-90E9-19E5EA660D65}" sibTransId="{192E72E8-2A95-4BB2-BB16-4582496CA078}"/>
    <dgm:cxn modelId="{EA10A373-F22D-4FBB-90F4-8227338C4593}" srcId="{4B5C44F4-E8BA-4422-B822-5DD89E8B388B}" destId="{5EB30BB9-4EC1-4610-81DA-E342FCD3F69F}" srcOrd="1" destOrd="0" parTransId="{55B1D4A6-81F0-489C-B9FB-5E4316452C09}" sibTransId="{BC887280-1045-4539-8785-61E7757F0896}"/>
    <dgm:cxn modelId="{E4A03D57-C68B-4B40-8661-997113902A61}" type="presOf" srcId="{F38ABA6D-5A95-4899-8D0E-63C8945FB01E}" destId="{1EE9C515-3FC3-4FE7-BFA5-AA9103DA26C6}" srcOrd="0" destOrd="0" presId="urn:microsoft.com/office/officeart/2005/8/layout/pList1"/>
    <dgm:cxn modelId="{2216C55A-E31B-4190-8188-8109BADA7369}" type="presOf" srcId="{5EB30BB9-4EC1-4610-81DA-E342FCD3F69F}" destId="{5C76F4F3-8F30-45C0-8D98-43DC16A3A471}" srcOrd="0" destOrd="0" presId="urn:microsoft.com/office/officeart/2005/8/layout/pList1"/>
    <dgm:cxn modelId="{02B23182-25AE-4AFB-A3B4-9CDD87503B67}" type="presOf" srcId="{C9BEA666-DC27-4675-B930-AFC5B7846E87}" destId="{4C9A27E9-EFD1-4CA3-B347-4B97DD6F46A1}" srcOrd="0" destOrd="0" presId="urn:microsoft.com/office/officeart/2005/8/layout/pList1"/>
    <dgm:cxn modelId="{569D5685-B5E8-4E36-A5C7-CA4F112607C3}" type="presOf" srcId="{4B5C44F4-E8BA-4422-B822-5DD89E8B388B}" destId="{492F72FF-345E-4E61-AC7C-BAC96AD571EF}" srcOrd="0" destOrd="0" presId="urn:microsoft.com/office/officeart/2005/8/layout/pList1"/>
    <dgm:cxn modelId="{54192286-1F53-41C7-88F6-C8222571A001}" srcId="{4B5C44F4-E8BA-4422-B822-5DD89E8B388B}" destId="{97154777-E58A-4ECF-98C2-58E703938960}" srcOrd="4" destOrd="0" parTransId="{C8049819-276B-48F4-9C19-D97AD442C372}" sibTransId="{C9BEA666-DC27-4675-B930-AFC5B7846E87}"/>
    <dgm:cxn modelId="{4CD3D38D-82A5-4C65-9105-6FBAC0D082F0}" type="presOf" srcId="{192E72E8-2A95-4BB2-BB16-4582496CA078}" destId="{75C76029-5CB9-4806-8662-7780BBC27743}" srcOrd="0" destOrd="0" presId="urn:microsoft.com/office/officeart/2005/8/layout/pList1"/>
    <dgm:cxn modelId="{CC388096-180E-40BB-8566-E0A2C88589A8}" srcId="{4B5C44F4-E8BA-4422-B822-5DD89E8B388B}" destId="{82EC4B3B-85F7-499B-A120-9D937137570D}" srcOrd="2" destOrd="0" parTransId="{EE37E9B6-A510-4D2F-899B-52BF69871E2B}" sibTransId="{D72CE644-35F6-4A8D-9455-E4A2663A345A}"/>
    <dgm:cxn modelId="{5DA4979C-858B-42FA-93A0-EC897E8C9869}" type="presOf" srcId="{82EC4B3B-85F7-499B-A120-9D937137570D}" destId="{798B1534-2854-4182-BF7F-F650AAD65275}" srcOrd="0" destOrd="0" presId="urn:microsoft.com/office/officeart/2005/8/layout/pList1"/>
    <dgm:cxn modelId="{6A7E8FA9-48BE-45A5-A46D-667219FD1A3F}" type="presOf" srcId="{2FAD0784-293D-46DB-88B9-61D43412A662}" destId="{E59879A0-0708-4080-9294-D679FA504930}" srcOrd="0" destOrd="0" presId="urn:microsoft.com/office/officeart/2005/8/layout/pList1"/>
    <dgm:cxn modelId="{A72F94AB-30AD-46C2-AE67-92AA4D690106}" type="presOf" srcId="{BC887280-1045-4539-8785-61E7757F0896}" destId="{89DBCCCF-25B7-48AE-AFB2-841B2D7F5D91}" srcOrd="0" destOrd="0" presId="urn:microsoft.com/office/officeart/2005/8/layout/pList1"/>
    <dgm:cxn modelId="{29B0B7BA-A3C5-448F-821C-84A8B1772EB8}" type="presOf" srcId="{15838BD2-67B0-437D-9211-AD19DB164028}" destId="{AFB4A5A9-F386-457B-9BCA-EA79F350771C}" srcOrd="0" destOrd="0" presId="urn:microsoft.com/office/officeart/2005/8/layout/pList1"/>
    <dgm:cxn modelId="{D8A3C3BE-7C56-4BF0-81EE-F59F9B1E3327}" type="presOf" srcId="{97154777-E58A-4ECF-98C2-58E703938960}" destId="{155B0AB3-00A9-4E7F-B9E4-AB6E524D13B5}" srcOrd="0" destOrd="0" presId="urn:microsoft.com/office/officeart/2005/8/layout/pList1"/>
    <dgm:cxn modelId="{EB5D37CB-5B2A-4739-B681-9FF05B2AB8B5}" srcId="{4B5C44F4-E8BA-4422-B822-5DD89E8B388B}" destId="{2E043E9C-468F-41BC-8AD4-D7DA9E0CA605}" srcOrd="5" destOrd="0" parTransId="{D8E38161-7975-46EA-B074-34738EB8840E}" sibTransId="{92462107-4A77-4B41-A67D-A6DC8D73A233}"/>
    <dgm:cxn modelId="{B5A5A2DA-1884-4697-B41E-DF39D3019A1E}" type="presOf" srcId="{D72CE644-35F6-4A8D-9455-E4A2663A345A}" destId="{BC901C6D-D1B8-44E7-951B-1716FACEAE1B}" srcOrd="0" destOrd="0" presId="urn:microsoft.com/office/officeart/2005/8/layout/pList1"/>
    <dgm:cxn modelId="{1C228B7A-91E1-4DC7-A9C0-424DDB81E0EF}" type="presParOf" srcId="{492F72FF-345E-4E61-AC7C-BAC96AD571EF}" destId="{732C5B79-1F2C-4118-9F66-7958B4D87E1C}" srcOrd="0" destOrd="0" presId="urn:microsoft.com/office/officeart/2005/8/layout/pList1"/>
    <dgm:cxn modelId="{ECBC6B90-7E28-4CE3-984D-836C1B96CCA6}" type="presParOf" srcId="{732C5B79-1F2C-4118-9F66-7958B4D87E1C}" destId="{0A1A1772-9DA0-45B7-99B3-714DB0DA9871}" srcOrd="0" destOrd="0" presId="urn:microsoft.com/office/officeart/2005/8/layout/pList1"/>
    <dgm:cxn modelId="{698C3A01-E6FA-4EC7-A906-BFFA458D9D4B}" type="presParOf" srcId="{732C5B79-1F2C-4118-9F66-7958B4D87E1C}" destId="{AFB4A5A9-F386-457B-9BCA-EA79F350771C}" srcOrd="1" destOrd="0" presId="urn:microsoft.com/office/officeart/2005/8/layout/pList1"/>
    <dgm:cxn modelId="{B0CF3791-1F30-4EE4-BA0C-8F2E0C17A9E9}" type="presParOf" srcId="{492F72FF-345E-4E61-AC7C-BAC96AD571EF}" destId="{E59879A0-0708-4080-9294-D679FA504930}" srcOrd="1" destOrd="0" presId="urn:microsoft.com/office/officeart/2005/8/layout/pList1"/>
    <dgm:cxn modelId="{B82E4C11-2A68-4223-9EE3-147E367C7A5F}" type="presParOf" srcId="{492F72FF-345E-4E61-AC7C-BAC96AD571EF}" destId="{E62D6AEA-E47E-4CCE-8D44-3620A788A65E}" srcOrd="2" destOrd="0" presId="urn:microsoft.com/office/officeart/2005/8/layout/pList1"/>
    <dgm:cxn modelId="{38BB934E-0093-4A3B-9DBB-AA7B978B1BCF}" type="presParOf" srcId="{E62D6AEA-E47E-4CCE-8D44-3620A788A65E}" destId="{AFEAB4D2-636D-4B7A-8497-86CD40E60748}" srcOrd="0" destOrd="0" presId="urn:microsoft.com/office/officeart/2005/8/layout/pList1"/>
    <dgm:cxn modelId="{75DE118D-A62D-42CA-8CF5-6FF466414A3E}" type="presParOf" srcId="{E62D6AEA-E47E-4CCE-8D44-3620A788A65E}" destId="{5C76F4F3-8F30-45C0-8D98-43DC16A3A471}" srcOrd="1" destOrd="0" presId="urn:microsoft.com/office/officeart/2005/8/layout/pList1"/>
    <dgm:cxn modelId="{5D40298F-F0B4-4790-8836-01C43F948074}" type="presParOf" srcId="{492F72FF-345E-4E61-AC7C-BAC96AD571EF}" destId="{89DBCCCF-25B7-48AE-AFB2-841B2D7F5D91}" srcOrd="3" destOrd="0" presId="urn:microsoft.com/office/officeart/2005/8/layout/pList1"/>
    <dgm:cxn modelId="{725A5B6F-9296-4CA3-A468-9AA587F26A3A}" type="presParOf" srcId="{492F72FF-345E-4E61-AC7C-BAC96AD571EF}" destId="{367966DF-3654-43E7-B783-595FA1D2C4E0}" srcOrd="4" destOrd="0" presId="urn:microsoft.com/office/officeart/2005/8/layout/pList1"/>
    <dgm:cxn modelId="{14CBD9E0-953E-45E9-B0E8-BE54DF56067D}" type="presParOf" srcId="{367966DF-3654-43E7-B783-595FA1D2C4E0}" destId="{2A2779CD-2349-4DCE-ACFE-E560D24AA6AB}" srcOrd="0" destOrd="0" presId="urn:microsoft.com/office/officeart/2005/8/layout/pList1"/>
    <dgm:cxn modelId="{7293EC51-D5A3-4DD2-A073-9A00016EB56D}" type="presParOf" srcId="{367966DF-3654-43E7-B783-595FA1D2C4E0}" destId="{798B1534-2854-4182-BF7F-F650AAD65275}" srcOrd="1" destOrd="0" presId="urn:microsoft.com/office/officeart/2005/8/layout/pList1"/>
    <dgm:cxn modelId="{3464F51C-9C61-437C-8445-3FADACD51AF9}" type="presParOf" srcId="{492F72FF-345E-4E61-AC7C-BAC96AD571EF}" destId="{BC901C6D-D1B8-44E7-951B-1716FACEAE1B}" srcOrd="5" destOrd="0" presId="urn:microsoft.com/office/officeart/2005/8/layout/pList1"/>
    <dgm:cxn modelId="{FE34CBCC-10BF-4DEF-BB52-C793802A0058}" type="presParOf" srcId="{492F72FF-345E-4E61-AC7C-BAC96AD571EF}" destId="{06D639D1-4FA8-42C8-8101-9D3249A7E60C}" srcOrd="6" destOrd="0" presId="urn:microsoft.com/office/officeart/2005/8/layout/pList1"/>
    <dgm:cxn modelId="{654F265A-90AD-46E5-8DB4-A8DACB42FB56}" type="presParOf" srcId="{06D639D1-4FA8-42C8-8101-9D3249A7E60C}" destId="{0867E068-F356-4984-B4C1-A03EF836D08E}" srcOrd="0" destOrd="0" presId="urn:microsoft.com/office/officeart/2005/8/layout/pList1"/>
    <dgm:cxn modelId="{445ECFD9-7A20-4662-90DA-153A7B0D5958}" type="presParOf" srcId="{06D639D1-4FA8-42C8-8101-9D3249A7E60C}" destId="{1EE9C515-3FC3-4FE7-BFA5-AA9103DA26C6}" srcOrd="1" destOrd="0" presId="urn:microsoft.com/office/officeart/2005/8/layout/pList1"/>
    <dgm:cxn modelId="{22375247-1307-4499-8EA9-7740B4543780}" type="presParOf" srcId="{492F72FF-345E-4E61-AC7C-BAC96AD571EF}" destId="{75C76029-5CB9-4806-8662-7780BBC27743}" srcOrd="7" destOrd="0" presId="urn:microsoft.com/office/officeart/2005/8/layout/pList1"/>
    <dgm:cxn modelId="{BFC7FCEC-B0CF-4DC5-9F37-B00C4E23E87A}" type="presParOf" srcId="{492F72FF-345E-4E61-AC7C-BAC96AD571EF}" destId="{443DF53A-1D16-4957-B294-4D9631A2B7DD}" srcOrd="8" destOrd="0" presId="urn:microsoft.com/office/officeart/2005/8/layout/pList1"/>
    <dgm:cxn modelId="{6F3B0A49-C940-4557-80DB-3BC38E984446}" type="presParOf" srcId="{443DF53A-1D16-4957-B294-4D9631A2B7DD}" destId="{BFD88210-AEAB-4183-92DA-54EBB3BA6CD3}" srcOrd="0" destOrd="0" presId="urn:microsoft.com/office/officeart/2005/8/layout/pList1"/>
    <dgm:cxn modelId="{683F6970-2511-4F97-A216-31B362F939D0}" type="presParOf" srcId="{443DF53A-1D16-4957-B294-4D9631A2B7DD}" destId="{155B0AB3-00A9-4E7F-B9E4-AB6E524D13B5}" srcOrd="1" destOrd="0" presId="urn:microsoft.com/office/officeart/2005/8/layout/pList1"/>
    <dgm:cxn modelId="{22228439-1F8C-4802-8D37-019EDB6589F5}" type="presParOf" srcId="{492F72FF-345E-4E61-AC7C-BAC96AD571EF}" destId="{4C9A27E9-EFD1-4CA3-B347-4B97DD6F46A1}" srcOrd="9" destOrd="0" presId="urn:microsoft.com/office/officeart/2005/8/layout/pList1"/>
    <dgm:cxn modelId="{D9D362E9-31C9-4318-944F-55BF5802C1D4}" type="presParOf" srcId="{492F72FF-345E-4E61-AC7C-BAC96AD571EF}" destId="{A424DA66-524F-42F8-8520-4B9A249E4428}" srcOrd="10" destOrd="0" presId="urn:microsoft.com/office/officeart/2005/8/layout/pList1"/>
    <dgm:cxn modelId="{3E4C6116-2CD7-4AC3-A646-480443D1B4D9}" type="presParOf" srcId="{A424DA66-524F-42F8-8520-4B9A249E4428}" destId="{83E4E968-1590-4815-AE42-6FFF311FDAE6}" srcOrd="0" destOrd="0" presId="urn:microsoft.com/office/officeart/2005/8/layout/pList1"/>
    <dgm:cxn modelId="{83B03BFB-EF3D-4CCD-A3D0-ED084FABF2C0}" type="presParOf" srcId="{A424DA66-524F-42F8-8520-4B9A249E4428}" destId="{31CDC941-A7D2-42FE-8654-3711639E3942}"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2F6968-36BF-4FA7-89DD-60C34AF78C2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67F020A1-74FF-44B9-8969-AA755D2B3316}">
      <dgm:prSet/>
      <dgm:spPr/>
      <dgm:t>
        <a:bodyPr/>
        <a:lstStyle/>
        <a:p>
          <a:pPr>
            <a:lnSpc>
              <a:spcPct val="100000"/>
            </a:lnSpc>
          </a:pPr>
          <a:r>
            <a:rPr lang="en-GB" dirty="0"/>
            <a:t>A structured framework for setting business continuity objectives</a:t>
          </a:r>
          <a:endParaRPr lang="en-US" dirty="0"/>
        </a:p>
      </dgm:t>
    </dgm:pt>
    <dgm:pt modelId="{9CE5A339-8C51-4379-A74B-2AC9B50591C9}" type="parTrans" cxnId="{07D6B463-E4EB-4952-919B-30201BFA6716}">
      <dgm:prSet/>
      <dgm:spPr/>
      <dgm:t>
        <a:bodyPr/>
        <a:lstStyle/>
        <a:p>
          <a:endParaRPr lang="en-US"/>
        </a:p>
      </dgm:t>
    </dgm:pt>
    <dgm:pt modelId="{352B8B6C-B396-4B7D-8177-AA7728C91D14}" type="sibTrans" cxnId="{07D6B463-E4EB-4952-919B-30201BFA6716}">
      <dgm:prSet/>
      <dgm:spPr/>
      <dgm:t>
        <a:bodyPr/>
        <a:lstStyle/>
        <a:p>
          <a:endParaRPr lang="en-US"/>
        </a:p>
      </dgm:t>
    </dgm:pt>
    <dgm:pt modelId="{6D902F55-EBD4-4092-83D1-1EBFA37DCED3}">
      <dgm:prSet/>
      <dgm:spPr/>
      <dgm:t>
        <a:bodyPr/>
        <a:lstStyle/>
        <a:p>
          <a:pPr>
            <a:lnSpc>
              <a:spcPct val="100000"/>
            </a:lnSpc>
          </a:pPr>
          <a:r>
            <a:rPr lang="en-GB"/>
            <a:t>Ensures an appropriate process is followed to establish effective plans</a:t>
          </a:r>
          <a:endParaRPr lang="en-US"/>
        </a:p>
      </dgm:t>
    </dgm:pt>
    <dgm:pt modelId="{29D8F581-1139-42D2-9AD5-E139EF10F18D}" type="parTrans" cxnId="{A27E9E4F-4966-4274-BD48-A5759949D4E7}">
      <dgm:prSet/>
      <dgm:spPr/>
      <dgm:t>
        <a:bodyPr/>
        <a:lstStyle/>
        <a:p>
          <a:endParaRPr lang="en-US"/>
        </a:p>
      </dgm:t>
    </dgm:pt>
    <dgm:pt modelId="{606F96F1-00CF-4A06-A92F-BA05CB1DB196}" type="sibTrans" cxnId="{A27E9E4F-4966-4274-BD48-A5759949D4E7}">
      <dgm:prSet/>
      <dgm:spPr/>
      <dgm:t>
        <a:bodyPr/>
        <a:lstStyle/>
        <a:p>
          <a:endParaRPr lang="en-US"/>
        </a:p>
      </dgm:t>
    </dgm:pt>
    <dgm:pt modelId="{DB42B530-5408-498F-8883-F74537C0FCB0}">
      <dgm:prSet/>
      <dgm:spPr/>
      <dgm:t>
        <a:bodyPr/>
        <a:lstStyle/>
        <a:p>
          <a:pPr>
            <a:lnSpc>
              <a:spcPct val="100000"/>
            </a:lnSpc>
          </a:pPr>
          <a:r>
            <a:rPr lang="en-GB"/>
            <a:t>Emphasises regular review of plans</a:t>
          </a:r>
          <a:endParaRPr lang="en-US"/>
        </a:p>
      </dgm:t>
    </dgm:pt>
    <dgm:pt modelId="{06060B6D-705B-49B4-9297-7F1934FD143E}" type="parTrans" cxnId="{8C11B908-77D1-417D-A4FE-CE1DE8383BF1}">
      <dgm:prSet/>
      <dgm:spPr/>
      <dgm:t>
        <a:bodyPr/>
        <a:lstStyle/>
        <a:p>
          <a:endParaRPr lang="en-US"/>
        </a:p>
      </dgm:t>
    </dgm:pt>
    <dgm:pt modelId="{FDF87C3C-EC74-44DF-B1F0-B17C104A8420}" type="sibTrans" cxnId="{8C11B908-77D1-417D-A4FE-CE1DE8383BF1}">
      <dgm:prSet/>
      <dgm:spPr/>
      <dgm:t>
        <a:bodyPr/>
        <a:lstStyle/>
        <a:p>
          <a:endParaRPr lang="en-US"/>
        </a:p>
      </dgm:t>
    </dgm:pt>
    <dgm:pt modelId="{B5C24484-58E7-4189-90A2-D71E42B33970}">
      <dgm:prSet/>
      <dgm:spPr/>
      <dgm:t>
        <a:bodyPr/>
        <a:lstStyle/>
        <a:p>
          <a:pPr>
            <a:lnSpc>
              <a:spcPct val="100000"/>
            </a:lnSpc>
          </a:pPr>
          <a:r>
            <a:rPr lang="en-GB"/>
            <a:t>Encourages continual improvement</a:t>
          </a:r>
          <a:endParaRPr lang="en-US"/>
        </a:p>
      </dgm:t>
    </dgm:pt>
    <dgm:pt modelId="{BC55A53D-22DF-41DA-AB7C-E6DB6A102FED}" type="parTrans" cxnId="{E850FE2D-E1EF-42E6-922C-11268DED4EDE}">
      <dgm:prSet/>
      <dgm:spPr/>
      <dgm:t>
        <a:bodyPr/>
        <a:lstStyle/>
        <a:p>
          <a:endParaRPr lang="en-US"/>
        </a:p>
      </dgm:t>
    </dgm:pt>
    <dgm:pt modelId="{0034DE11-A921-46C4-9E70-12AF44921F4F}" type="sibTrans" cxnId="{E850FE2D-E1EF-42E6-922C-11268DED4EDE}">
      <dgm:prSet/>
      <dgm:spPr/>
      <dgm:t>
        <a:bodyPr/>
        <a:lstStyle/>
        <a:p>
          <a:endParaRPr lang="en-US"/>
        </a:p>
      </dgm:t>
    </dgm:pt>
    <dgm:pt modelId="{4A522AA4-12EA-4AFC-9C12-59EE9214FB4E}">
      <dgm:prSet/>
      <dgm:spPr/>
      <dgm:t>
        <a:bodyPr/>
        <a:lstStyle/>
        <a:p>
          <a:pPr>
            <a:lnSpc>
              <a:spcPct val="100000"/>
            </a:lnSpc>
          </a:pPr>
          <a:r>
            <a:rPr lang="en-GB"/>
            <a:t>Ensures everyone is aware of their roles and responsibilities</a:t>
          </a:r>
          <a:endParaRPr lang="en-US"/>
        </a:p>
      </dgm:t>
    </dgm:pt>
    <dgm:pt modelId="{A539E713-B17B-4337-AFA4-59CA517FC35D}" type="parTrans" cxnId="{7F743EAA-D786-494B-AF56-CE76C18F3A5B}">
      <dgm:prSet/>
      <dgm:spPr/>
      <dgm:t>
        <a:bodyPr/>
        <a:lstStyle/>
        <a:p>
          <a:endParaRPr lang="en-US"/>
        </a:p>
      </dgm:t>
    </dgm:pt>
    <dgm:pt modelId="{A634D441-051A-4488-AD16-3F99A0C4D085}" type="sibTrans" cxnId="{7F743EAA-D786-494B-AF56-CE76C18F3A5B}">
      <dgm:prSet/>
      <dgm:spPr/>
      <dgm:t>
        <a:bodyPr/>
        <a:lstStyle/>
        <a:p>
          <a:endParaRPr lang="en-US"/>
        </a:p>
      </dgm:t>
    </dgm:pt>
    <dgm:pt modelId="{FCCBA73E-5E2A-45B9-844E-FEED9BD56564}" type="pres">
      <dgm:prSet presAssocID="{F22F6968-36BF-4FA7-89DD-60C34AF78C29}" presName="root" presStyleCnt="0">
        <dgm:presLayoutVars>
          <dgm:dir/>
          <dgm:resizeHandles val="exact"/>
        </dgm:presLayoutVars>
      </dgm:prSet>
      <dgm:spPr/>
    </dgm:pt>
    <dgm:pt modelId="{A4ECE7A4-D270-4281-92E6-4B7BFE028044}" type="pres">
      <dgm:prSet presAssocID="{67F020A1-74FF-44B9-8969-AA755D2B3316}" presName="compNode" presStyleCnt="0"/>
      <dgm:spPr/>
    </dgm:pt>
    <dgm:pt modelId="{4765A232-0355-4CD6-824F-12E0B5FB1ECF}" type="pres">
      <dgm:prSet presAssocID="{67F020A1-74FF-44B9-8969-AA755D2B331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9B84B88B-E19F-4BD7-A1FA-0EEE755678C9}" type="pres">
      <dgm:prSet presAssocID="{67F020A1-74FF-44B9-8969-AA755D2B3316}" presName="spaceRect" presStyleCnt="0"/>
      <dgm:spPr/>
    </dgm:pt>
    <dgm:pt modelId="{A54FC4D6-DCC6-4638-AB60-0B7B5346BC01}" type="pres">
      <dgm:prSet presAssocID="{67F020A1-74FF-44B9-8969-AA755D2B3316}" presName="textRect" presStyleLbl="revTx" presStyleIdx="0" presStyleCnt="5">
        <dgm:presLayoutVars>
          <dgm:chMax val="1"/>
          <dgm:chPref val="1"/>
        </dgm:presLayoutVars>
      </dgm:prSet>
      <dgm:spPr/>
    </dgm:pt>
    <dgm:pt modelId="{599CD9A0-1391-4BDA-AB6F-1325C642DF8D}" type="pres">
      <dgm:prSet presAssocID="{352B8B6C-B396-4B7D-8177-AA7728C91D14}" presName="sibTrans" presStyleCnt="0"/>
      <dgm:spPr/>
    </dgm:pt>
    <dgm:pt modelId="{BAE222C4-BA7A-4BE4-8722-9A3DBE143769}" type="pres">
      <dgm:prSet presAssocID="{6D902F55-EBD4-4092-83D1-1EBFA37DCED3}" presName="compNode" presStyleCnt="0"/>
      <dgm:spPr/>
    </dgm:pt>
    <dgm:pt modelId="{96099603-B9DE-4404-841A-C96BF89C37AE}" type="pres">
      <dgm:prSet presAssocID="{6D902F55-EBD4-4092-83D1-1EBFA37DCED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1730B0A5-89C2-42F2-B37C-11D3A4C398E9}" type="pres">
      <dgm:prSet presAssocID="{6D902F55-EBD4-4092-83D1-1EBFA37DCED3}" presName="spaceRect" presStyleCnt="0"/>
      <dgm:spPr/>
    </dgm:pt>
    <dgm:pt modelId="{05980200-9909-4CCD-AC12-4BD331DA2814}" type="pres">
      <dgm:prSet presAssocID="{6D902F55-EBD4-4092-83D1-1EBFA37DCED3}" presName="textRect" presStyleLbl="revTx" presStyleIdx="1" presStyleCnt="5">
        <dgm:presLayoutVars>
          <dgm:chMax val="1"/>
          <dgm:chPref val="1"/>
        </dgm:presLayoutVars>
      </dgm:prSet>
      <dgm:spPr/>
    </dgm:pt>
    <dgm:pt modelId="{E2BDC17E-6E72-4556-ADDC-8BFD26CD401C}" type="pres">
      <dgm:prSet presAssocID="{606F96F1-00CF-4A06-A92F-BA05CB1DB196}" presName="sibTrans" presStyleCnt="0"/>
      <dgm:spPr/>
    </dgm:pt>
    <dgm:pt modelId="{707BC99F-7858-4686-9E5C-CF578575E7EB}" type="pres">
      <dgm:prSet presAssocID="{DB42B530-5408-498F-8883-F74537C0FCB0}" presName="compNode" presStyleCnt="0"/>
      <dgm:spPr/>
    </dgm:pt>
    <dgm:pt modelId="{A2104A89-2086-47A1-A711-CBE3302A632E}" type="pres">
      <dgm:prSet presAssocID="{DB42B530-5408-498F-8883-F74537C0FCB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51389C3F-D2A2-4E76-A0DB-64F63AC266B8}" type="pres">
      <dgm:prSet presAssocID="{DB42B530-5408-498F-8883-F74537C0FCB0}" presName="spaceRect" presStyleCnt="0"/>
      <dgm:spPr/>
    </dgm:pt>
    <dgm:pt modelId="{E8F8FE86-1EBD-4886-AD09-48D6E3C69B54}" type="pres">
      <dgm:prSet presAssocID="{DB42B530-5408-498F-8883-F74537C0FCB0}" presName="textRect" presStyleLbl="revTx" presStyleIdx="2" presStyleCnt="5">
        <dgm:presLayoutVars>
          <dgm:chMax val="1"/>
          <dgm:chPref val="1"/>
        </dgm:presLayoutVars>
      </dgm:prSet>
      <dgm:spPr/>
    </dgm:pt>
    <dgm:pt modelId="{4FE41476-4FBC-48D8-89E3-B4872146E682}" type="pres">
      <dgm:prSet presAssocID="{FDF87C3C-EC74-44DF-B1F0-B17C104A8420}" presName="sibTrans" presStyleCnt="0"/>
      <dgm:spPr/>
    </dgm:pt>
    <dgm:pt modelId="{B7E07522-B936-4D9F-AC4F-724EDBA4BB15}" type="pres">
      <dgm:prSet presAssocID="{B5C24484-58E7-4189-90A2-D71E42B33970}" presName="compNode" presStyleCnt="0"/>
      <dgm:spPr/>
    </dgm:pt>
    <dgm:pt modelId="{0A7659EE-9C38-46B7-94C8-A3F7D9BCE6EF}" type="pres">
      <dgm:prSet presAssocID="{B5C24484-58E7-4189-90A2-D71E42B3397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pward trend"/>
        </a:ext>
      </dgm:extLst>
    </dgm:pt>
    <dgm:pt modelId="{2CF3673C-AFB3-4755-B492-DD7E108561AD}" type="pres">
      <dgm:prSet presAssocID="{B5C24484-58E7-4189-90A2-D71E42B33970}" presName="spaceRect" presStyleCnt="0"/>
      <dgm:spPr/>
    </dgm:pt>
    <dgm:pt modelId="{DBD5AC38-EDDF-4060-8285-96D6C177BE67}" type="pres">
      <dgm:prSet presAssocID="{B5C24484-58E7-4189-90A2-D71E42B33970}" presName="textRect" presStyleLbl="revTx" presStyleIdx="3" presStyleCnt="5">
        <dgm:presLayoutVars>
          <dgm:chMax val="1"/>
          <dgm:chPref val="1"/>
        </dgm:presLayoutVars>
      </dgm:prSet>
      <dgm:spPr/>
    </dgm:pt>
    <dgm:pt modelId="{39198A5C-11D6-415E-88EE-0A44E86341E3}" type="pres">
      <dgm:prSet presAssocID="{0034DE11-A921-46C4-9E70-12AF44921F4F}" presName="sibTrans" presStyleCnt="0"/>
      <dgm:spPr/>
    </dgm:pt>
    <dgm:pt modelId="{3FE62047-4196-44CE-A1FF-DB185199BADD}" type="pres">
      <dgm:prSet presAssocID="{4A522AA4-12EA-4AFC-9C12-59EE9214FB4E}" presName="compNode" presStyleCnt="0"/>
      <dgm:spPr/>
    </dgm:pt>
    <dgm:pt modelId="{A90C4057-6710-4C85-A509-DED39E7BB09C}" type="pres">
      <dgm:prSet presAssocID="{4A522AA4-12EA-4AFC-9C12-59EE9214FB4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7A594EF3-9777-4340-812C-33A0FDCBA2A3}" type="pres">
      <dgm:prSet presAssocID="{4A522AA4-12EA-4AFC-9C12-59EE9214FB4E}" presName="spaceRect" presStyleCnt="0"/>
      <dgm:spPr/>
    </dgm:pt>
    <dgm:pt modelId="{A231C2B9-9335-492D-8163-819AEE83436A}" type="pres">
      <dgm:prSet presAssocID="{4A522AA4-12EA-4AFC-9C12-59EE9214FB4E}" presName="textRect" presStyleLbl="revTx" presStyleIdx="4" presStyleCnt="5">
        <dgm:presLayoutVars>
          <dgm:chMax val="1"/>
          <dgm:chPref val="1"/>
        </dgm:presLayoutVars>
      </dgm:prSet>
      <dgm:spPr/>
    </dgm:pt>
  </dgm:ptLst>
  <dgm:cxnLst>
    <dgm:cxn modelId="{8C11B908-77D1-417D-A4FE-CE1DE8383BF1}" srcId="{F22F6968-36BF-4FA7-89DD-60C34AF78C29}" destId="{DB42B530-5408-498F-8883-F74537C0FCB0}" srcOrd="2" destOrd="0" parTransId="{06060B6D-705B-49B4-9297-7F1934FD143E}" sibTransId="{FDF87C3C-EC74-44DF-B1F0-B17C104A8420}"/>
    <dgm:cxn modelId="{E850FE2D-E1EF-42E6-922C-11268DED4EDE}" srcId="{F22F6968-36BF-4FA7-89DD-60C34AF78C29}" destId="{B5C24484-58E7-4189-90A2-D71E42B33970}" srcOrd="3" destOrd="0" parTransId="{BC55A53D-22DF-41DA-AB7C-E6DB6A102FED}" sibTransId="{0034DE11-A921-46C4-9E70-12AF44921F4F}"/>
    <dgm:cxn modelId="{07D6B463-E4EB-4952-919B-30201BFA6716}" srcId="{F22F6968-36BF-4FA7-89DD-60C34AF78C29}" destId="{67F020A1-74FF-44B9-8969-AA755D2B3316}" srcOrd="0" destOrd="0" parTransId="{9CE5A339-8C51-4379-A74B-2AC9B50591C9}" sibTransId="{352B8B6C-B396-4B7D-8177-AA7728C91D14}"/>
    <dgm:cxn modelId="{A27E9E4F-4966-4274-BD48-A5759949D4E7}" srcId="{F22F6968-36BF-4FA7-89DD-60C34AF78C29}" destId="{6D902F55-EBD4-4092-83D1-1EBFA37DCED3}" srcOrd="1" destOrd="0" parTransId="{29D8F581-1139-42D2-9AD5-E139EF10F18D}" sibTransId="{606F96F1-00CF-4A06-A92F-BA05CB1DB196}"/>
    <dgm:cxn modelId="{3E485278-BBF1-419D-8A82-5FADB2F8B4DF}" type="presOf" srcId="{B5C24484-58E7-4189-90A2-D71E42B33970}" destId="{DBD5AC38-EDDF-4060-8285-96D6C177BE67}" srcOrd="0" destOrd="0" presId="urn:microsoft.com/office/officeart/2018/2/layout/IconLabelList"/>
    <dgm:cxn modelId="{A9C1C879-7FE1-440B-95D2-02CD2AEE835B}" type="presOf" srcId="{6D902F55-EBD4-4092-83D1-1EBFA37DCED3}" destId="{05980200-9909-4CCD-AC12-4BD331DA2814}" srcOrd="0" destOrd="0" presId="urn:microsoft.com/office/officeart/2018/2/layout/IconLabelList"/>
    <dgm:cxn modelId="{98DAAE9D-6060-4B38-A3F7-082EADD603DC}" type="presOf" srcId="{4A522AA4-12EA-4AFC-9C12-59EE9214FB4E}" destId="{A231C2B9-9335-492D-8163-819AEE83436A}" srcOrd="0" destOrd="0" presId="urn:microsoft.com/office/officeart/2018/2/layout/IconLabelList"/>
    <dgm:cxn modelId="{7F743EAA-D786-494B-AF56-CE76C18F3A5B}" srcId="{F22F6968-36BF-4FA7-89DD-60C34AF78C29}" destId="{4A522AA4-12EA-4AFC-9C12-59EE9214FB4E}" srcOrd="4" destOrd="0" parTransId="{A539E713-B17B-4337-AFA4-59CA517FC35D}" sibTransId="{A634D441-051A-4488-AD16-3F99A0C4D085}"/>
    <dgm:cxn modelId="{75ABFDCA-CF7E-487D-8DAD-B0D96E0C0E5A}" type="presOf" srcId="{F22F6968-36BF-4FA7-89DD-60C34AF78C29}" destId="{FCCBA73E-5E2A-45B9-844E-FEED9BD56564}" srcOrd="0" destOrd="0" presId="urn:microsoft.com/office/officeart/2018/2/layout/IconLabelList"/>
    <dgm:cxn modelId="{949983DF-3E0D-4E50-9497-092A12E8A916}" type="presOf" srcId="{67F020A1-74FF-44B9-8969-AA755D2B3316}" destId="{A54FC4D6-DCC6-4638-AB60-0B7B5346BC01}" srcOrd="0" destOrd="0" presId="urn:microsoft.com/office/officeart/2018/2/layout/IconLabelList"/>
    <dgm:cxn modelId="{4786DAE8-B6E9-4983-82C4-BA16E764942E}" type="presOf" srcId="{DB42B530-5408-498F-8883-F74537C0FCB0}" destId="{E8F8FE86-1EBD-4886-AD09-48D6E3C69B54}" srcOrd="0" destOrd="0" presId="urn:microsoft.com/office/officeart/2018/2/layout/IconLabelList"/>
    <dgm:cxn modelId="{237997C5-F21E-4A72-92B7-2CDC4D6F93F1}" type="presParOf" srcId="{FCCBA73E-5E2A-45B9-844E-FEED9BD56564}" destId="{A4ECE7A4-D270-4281-92E6-4B7BFE028044}" srcOrd="0" destOrd="0" presId="urn:microsoft.com/office/officeart/2018/2/layout/IconLabelList"/>
    <dgm:cxn modelId="{AF762A19-0E49-4D16-BF07-7F1D44BFFE97}" type="presParOf" srcId="{A4ECE7A4-D270-4281-92E6-4B7BFE028044}" destId="{4765A232-0355-4CD6-824F-12E0B5FB1ECF}" srcOrd="0" destOrd="0" presId="urn:microsoft.com/office/officeart/2018/2/layout/IconLabelList"/>
    <dgm:cxn modelId="{246D4B4B-B68C-47A2-85C6-FCBEF9C4C050}" type="presParOf" srcId="{A4ECE7A4-D270-4281-92E6-4B7BFE028044}" destId="{9B84B88B-E19F-4BD7-A1FA-0EEE755678C9}" srcOrd="1" destOrd="0" presId="urn:microsoft.com/office/officeart/2018/2/layout/IconLabelList"/>
    <dgm:cxn modelId="{4A96A939-2E51-4261-A2B1-433CB2523CF2}" type="presParOf" srcId="{A4ECE7A4-D270-4281-92E6-4B7BFE028044}" destId="{A54FC4D6-DCC6-4638-AB60-0B7B5346BC01}" srcOrd="2" destOrd="0" presId="urn:microsoft.com/office/officeart/2018/2/layout/IconLabelList"/>
    <dgm:cxn modelId="{07A5D161-C070-4D71-A0A1-44072976E9D9}" type="presParOf" srcId="{FCCBA73E-5E2A-45B9-844E-FEED9BD56564}" destId="{599CD9A0-1391-4BDA-AB6F-1325C642DF8D}" srcOrd="1" destOrd="0" presId="urn:microsoft.com/office/officeart/2018/2/layout/IconLabelList"/>
    <dgm:cxn modelId="{FB0463BA-D3C9-4266-BF47-A6C15AA15BD6}" type="presParOf" srcId="{FCCBA73E-5E2A-45B9-844E-FEED9BD56564}" destId="{BAE222C4-BA7A-4BE4-8722-9A3DBE143769}" srcOrd="2" destOrd="0" presId="urn:microsoft.com/office/officeart/2018/2/layout/IconLabelList"/>
    <dgm:cxn modelId="{ECC08F8C-8C7A-4E32-A75A-1F8982282C5C}" type="presParOf" srcId="{BAE222C4-BA7A-4BE4-8722-9A3DBE143769}" destId="{96099603-B9DE-4404-841A-C96BF89C37AE}" srcOrd="0" destOrd="0" presId="urn:microsoft.com/office/officeart/2018/2/layout/IconLabelList"/>
    <dgm:cxn modelId="{AA4525F0-9DED-4CC9-A886-364A5B12B7B7}" type="presParOf" srcId="{BAE222C4-BA7A-4BE4-8722-9A3DBE143769}" destId="{1730B0A5-89C2-42F2-B37C-11D3A4C398E9}" srcOrd="1" destOrd="0" presId="urn:microsoft.com/office/officeart/2018/2/layout/IconLabelList"/>
    <dgm:cxn modelId="{4C79075F-A1AF-493C-BB1F-6A4F01FB26CB}" type="presParOf" srcId="{BAE222C4-BA7A-4BE4-8722-9A3DBE143769}" destId="{05980200-9909-4CCD-AC12-4BD331DA2814}" srcOrd="2" destOrd="0" presId="urn:microsoft.com/office/officeart/2018/2/layout/IconLabelList"/>
    <dgm:cxn modelId="{38A86F34-70EF-40C2-8DF0-96FBB5A41F48}" type="presParOf" srcId="{FCCBA73E-5E2A-45B9-844E-FEED9BD56564}" destId="{E2BDC17E-6E72-4556-ADDC-8BFD26CD401C}" srcOrd="3" destOrd="0" presId="urn:microsoft.com/office/officeart/2018/2/layout/IconLabelList"/>
    <dgm:cxn modelId="{9CAF986D-7FD9-43DA-88E6-97BCEB43564C}" type="presParOf" srcId="{FCCBA73E-5E2A-45B9-844E-FEED9BD56564}" destId="{707BC99F-7858-4686-9E5C-CF578575E7EB}" srcOrd="4" destOrd="0" presId="urn:microsoft.com/office/officeart/2018/2/layout/IconLabelList"/>
    <dgm:cxn modelId="{CA06B831-669D-4180-8119-1F1063C1E01D}" type="presParOf" srcId="{707BC99F-7858-4686-9E5C-CF578575E7EB}" destId="{A2104A89-2086-47A1-A711-CBE3302A632E}" srcOrd="0" destOrd="0" presId="urn:microsoft.com/office/officeart/2018/2/layout/IconLabelList"/>
    <dgm:cxn modelId="{E9C2AB4D-0FDD-4794-9406-0A16E6C5F0A8}" type="presParOf" srcId="{707BC99F-7858-4686-9E5C-CF578575E7EB}" destId="{51389C3F-D2A2-4E76-A0DB-64F63AC266B8}" srcOrd="1" destOrd="0" presId="urn:microsoft.com/office/officeart/2018/2/layout/IconLabelList"/>
    <dgm:cxn modelId="{BFC1AA9D-6B90-4470-9341-E8B64B8B198B}" type="presParOf" srcId="{707BC99F-7858-4686-9E5C-CF578575E7EB}" destId="{E8F8FE86-1EBD-4886-AD09-48D6E3C69B54}" srcOrd="2" destOrd="0" presId="urn:microsoft.com/office/officeart/2018/2/layout/IconLabelList"/>
    <dgm:cxn modelId="{20DEA77E-16CE-4DC6-ADB4-D3721D6E1606}" type="presParOf" srcId="{FCCBA73E-5E2A-45B9-844E-FEED9BD56564}" destId="{4FE41476-4FBC-48D8-89E3-B4872146E682}" srcOrd="5" destOrd="0" presId="urn:microsoft.com/office/officeart/2018/2/layout/IconLabelList"/>
    <dgm:cxn modelId="{2B638AF4-1A36-46C2-BEF5-E1077F836C47}" type="presParOf" srcId="{FCCBA73E-5E2A-45B9-844E-FEED9BD56564}" destId="{B7E07522-B936-4D9F-AC4F-724EDBA4BB15}" srcOrd="6" destOrd="0" presId="urn:microsoft.com/office/officeart/2018/2/layout/IconLabelList"/>
    <dgm:cxn modelId="{D74171C2-A37F-47E5-ACE5-0BEB17475967}" type="presParOf" srcId="{B7E07522-B936-4D9F-AC4F-724EDBA4BB15}" destId="{0A7659EE-9C38-46B7-94C8-A3F7D9BCE6EF}" srcOrd="0" destOrd="0" presId="urn:microsoft.com/office/officeart/2018/2/layout/IconLabelList"/>
    <dgm:cxn modelId="{76EB5852-FC6B-470A-AAE7-77B50014A5FF}" type="presParOf" srcId="{B7E07522-B936-4D9F-AC4F-724EDBA4BB15}" destId="{2CF3673C-AFB3-4755-B492-DD7E108561AD}" srcOrd="1" destOrd="0" presId="urn:microsoft.com/office/officeart/2018/2/layout/IconLabelList"/>
    <dgm:cxn modelId="{6626DF5F-61AC-42DC-9DF8-5E04A108AD0D}" type="presParOf" srcId="{B7E07522-B936-4D9F-AC4F-724EDBA4BB15}" destId="{DBD5AC38-EDDF-4060-8285-96D6C177BE67}" srcOrd="2" destOrd="0" presId="urn:microsoft.com/office/officeart/2018/2/layout/IconLabelList"/>
    <dgm:cxn modelId="{00B852DA-5700-4548-B900-52C08CC169C2}" type="presParOf" srcId="{FCCBA73E-5E2A-45B9-844E-FEED9BD56564}" destId="{39198A5C-11D6-415E-88EE-0A44E86341E3}" srcOrd="7" destOrd="0" presId="urn:microsoft.com/office/officeart/2018/2/layout/IconLabelList"/>
    <dgm:cxn modelId="{BEB6B6F7-6CBD-43F9-B549-292BB021D9C0}" type="presParOf" srcId="{FCCBA73E-5E2A-45B9-844E-FEED9BD56564}" destId="{3FE62047-4196-44CE-A1FF-DB185199BADD}" srcOrd="8" destOrd="0" presId="urn:microsoft.com/office/officeart/2018/2/layout/IconLabelList"/>
    <dgm:cxn modelId="{42716EEA-55C0-4134-9E7F-D7CD7DE89AB5}" type="presParOf" srcId="{3FE62047-4196-44CE-A1FF-DB185199BADD}" destId="{A90C4057-6710-4C85-A509-DED39E7BB09C}" srcOrd="0" destOrd="0" presId="urn:microsoft.com/office/officeart/2018/2/layout/IconLabelList"/>
    <dgm:cxn modelId="{3C7599D5-0E3C-4D26-8022-E30780FB5C5F}" type="presParOf" srcId="{3FE62047-4196-44CE-A1FF-DB185199BADD}" destId="{7A594EF3-9777-4340-812C-33A0FDCBA2A3}" srcOrd="1" destOrd="0" presId="urn:microsoft.com/office/officeart/2018/2/layout/IconLabelList"/>
    <dgm:cxn modelId="{1D588DA7-30B7-416D-B688-B32A0C1F183E}" type="presParOf" srcId="{3FE62047-4196-44CE-A1FF-DB185199BADD}" destId="{A231C2B9-9335-492D-8163-819AEE83436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F7099-45D2-493B-9BDC-9669622C2165}" type="doc">
      <dgm:prSet loTypeId="urn:microsoft.com/office/officeart/2005/8/layout/pList2" loCatId="list" qsTypeId="urn:microsoft.com/office/officeart/2005/8/quickstyle/simple1" qsCatId="simple" csTypeId="urn:microsoft.com/office/officeart/2005/8/colors/accent1_2" csCatId="accent1" phldr="1"/>
      <dgm:spPr/>
    </dgm:pt>
    <dgm:pt modelId="{7E989606-F522-4406-B12C-EC402DBCB935}">
      <dgm:prSet phldrT="[Text]"/>
      <dgm:spPr/>
      <dgm:t>
        <a:bodyPr/>
        <a:lstStyle/>
        <a:p>
          <a:r>
            <a:rPr lang="en-GB" dirty="0">
              <a:latin typeface="Karla" panose="020B0604020202020204" charset="0"/>
              <a:cs typeface="Arial" panose="020B0604020202020204" pitchFamily="34" charset="0"/>
            </a:rPr>
            <a:t>Created in 2012 (and updated in 2019) by the International Organization for Standardization (ISO)</a:t>
          </a:r>
          <a:endParaRPr lang="en-GB" dirty="0"/>
        </a:p>
      </dgm:t>
    </dgm:pt>
    <dgm:pt modelId="{5EF23D3D-51CE-4BA4-9CC2-DA4711CE6B6D}" type="parTrans" cxnId="{CD9C4EAE-FF4B-4C07-BF11-31240A8D8C13}">
      <dgm:prSet/>
      <dgm:spPr/>
      <dgm:t>
        <a:bodyPr/>
        <a:lstStyle/>
        <a:p>
          <a:endParaRPr lang="en-GB"/>
        </a:p>
      </dgm:t>
    </dgm:pt>
    <dgm:pt modelId="{F26BE530-6B67-49BE-8F7E-DAEB05E915F2}" type="sibTrans" cxnId="{CD9C4EAE-FF4B-4C07-BF11-31240A8D8C13}">
      <dgm:prSet/>
      <dgm:spPr/>
      <dgm:t>
        <a:bodyPr/>
        <a:lstStyle/>
        <a:p>
          <a:endParaRPr lang="en-GB"/>
        </a:p>
      </dgm:t>
    </dgm:pt>
    <dgm:pt modelId="{25C75F9A-1C62-4285-8B7E-1B93524AF268}">
      <dgm:prSet phldrT="[Text]"/>
      <dgm:spPr/>
      <dgm:t>
        <a:bodyPr/>
        <a:lstStyle/>
        <a:p>
          <a:r>
            <a:rPr lang="en-GB">
              <a:latin typeface="Karla" panose="020B0604020202020204" charset="0"/>
              <a:cs typeface="Arial" panose="020B0604020202020204" pitchFamily="34" charset="0"/>
            </a:rPr>
            <a:t>Defines a</a:t>
          </a:r>
          <a:br>
            <a:rPr lang="en-GB">
              <a:latin typeface="Karla" panose="020B0604020202020204" charset="0"/>
              <a:cs typeface="Arial" panose="020B0604020202020204" pitchFamily="34" charset="0"/>
            </a:rPr>
          </a:br>
          <a:r>
            <a:rPr lang="en-GB">
              <a:latin typeface="Karla" panose="020B0604020202020204" charset="0"/>
              <a:cs typeface="Arial" panose="020B0604020202020204" pitchFamily="34" charset="0"/>
            </a:rPr>
            <a:t>management </a:t>
          </a:r>
          <a:r>
            <a:rPr lang="en-GB" dirty="0">
              <a:latin typeface="Karla" panose="020B0604020202020204" charset="0"/>
              <a:cs typeface="Arial" panose="020B0604020202020204" pitchFamily="34" charset="0"/>
            </a:rPr>
            <a:t>system for </a:t>
          </a:r>
          <a:r>
            <a:rPr lang="en-GB">
              <a:latin typeface="Karla" panose="020B0604020202020204" charset="0"/>
              <a:cs typeface="Arial" panose="020B0604020202020204" pitchFamily="34" charset="0"/>
            </a:rPr>
            <a:t>business </a:t>
          </a:r>
          <a:br>
            <a:rPr lang="en-GB">
              <a:latin typeface="Karla" panose="020B0604020202020204" charset="0"/>
              <a:cs typeface="Arial" panose="020B0604020202020204" pitchFamily="34" charset="0"/>
            </a:rPr>
          </a:br>
          <a:r>
            <a:rPr lang="en-GB">
              <a:latin typeface="Karla" panose="020B0604020202020204" charset="0"/>
              <a:cs typeface="Arial" panose="020B0604020202020204" pitchFamily="34" charset="0"/>
            </a:rPr>
            <a:t>continuity</a:t>
          </a:r>
          <a:endParaRPr lang="en-GB" dirty="0"/>
        </a:p>
      </dgm:t>
    </dgm:pt>
    <dgm:pt modelId="{FE941DA5-7947-471C-B9BA-9494CAAF3C0A}" type="parTrans" cxnId="{B7C61A7E-B93C-4984-8A67-D611DA2AB108}">
      <dgm:prSet/>
      <dgm:spPr/>
      <dgm:t>
        <a:bodyPr/>
        <a:lstStyle/>
        <a:p>
          <a:endParaRPr lang="en-GB"/>
        </a:p>
      </dgm:t>
    </dgm:pt>
    <dgm:pt modelId="{D421F2A5-8CA3-49BD-9E48-C84C6BD2E576}" type="sibTrans" cxnId="{B7C61A7E-B93C-4984-8A67-D611DA2AB108}">
      <dgm:prSet/>
      <dgm:spPr/>
      <dgm:t>
        <a:bodyPr/>
        <a:lstStyle/>
        <a:p>
          <a:endParaRPr lang="en-GB"/>
        </a:p>
      </dgm:t>
    </dgm:pt>
    <dgm:pt modelId="{2545A2E0-A4DE-409A-89D9-744030C264AE}">
      <dgm:prSet phldrT="[Text]"/>
      <dgm:spPr/>
      <dgm:t>
        <a:bodyPr/>
        <a:lstStyle/>
        <a:p>
          <a:r>
            <a:rPr lang="en-GB" dirty="0">
              <a:latin typeface="Karla" panose="020B0604020202020204" charset="0"/>
              <a:cs typeface="Arial" panose="020B0604020202020204" pitchFamily="34" charset="0"/>
            </a:rPr>
            <a:t>Increasingly adopted by organizations in countries across the world</a:t>
          </a:r>
          <a:endParaRPr lang="en-GB" dirty="0"/>
        </a:p>
      </dgm:t>
    </dgm:pt>
    <dgm:pt modelId="{7186AE22-0021-46DE-8BF1-88C89E4A3F19}" type="parTrans" cxnId="{B71204D6-EA22-42DB-A571-F8A10E62A138}">
      <dgm:prSet/>
      <dgm:spPr/>
      <dgm:t>
        <a:bodyPr/>
        <a:lstStyle/>
        <a:p>
          <a:endParaRPr lang="en-GB"/>
        </a:p>
      </dgm:t>
    </dgm:pt>
    <dgm:pt modelId="{71270E9B-DB34-4335-B293-1E30354610AD}" type="sibTrans" cxnId="{B71204D6-EA22-42DB-A571-F8A10E62A138}">
      <dgm:prSet/>
      <dgm:spPr/>
      <dgm:t>
        <a:bodyPr/>
        <a:lstStyle/>
        <a:p>
          <a:endParaRPr lang="en-GB"/>
        </a:p>
      </dgm:t>
    </dgm:pt>
    <dgm:pt modelId="{C1BCE315-FC8F-45CC-B324-C5E8313ABF6A}" type="pres">
      <dgm:prSet presAssocID="{7ADF7099-45D2-493B-9BDC-9669622C2165}" presName="Name0" presStyleCnt="0">
        <dgm:presLayoutVars>
          <dgm:dir/>
          <dgm:resizeHandles val="exact"/>
        </dgm:presLayoutVars>
      </dgm:prSet>
      <dgm:spPr/>
    </dgm:pt>
    <dgm:pt modelId="{4B7A1E6B-9AC0-46DC-81BF-58297EAF101B}" type="pres">
      <dgm:prSet presAssocID="{7ADF7099-45D2-493B-9BDC-9669622C2165}" presName="bkgdShp" presStyleLbl="alignAccFollowNode1" presStyleIdx="0" presStyleCnt="1"/>
      <dgm:spPr/>
    </dgm:pt>
    <dgm:pt modelId="{B1CE8FCA-355F-4A2B-B8D2-A29A68253640}" type="pres">
      <dgm:prSet presAssocID="{7ADF7099-45D2-493B-9BDC-9669622C2165}" presName="linComp" presStyleCnt="0"/>
      <dgm:spPr/>
    </dgm:pt>
    <dgm:pt modelId="{2A9FB9C0-5DAE-418F-9B73-E8E56B6614C0}" type="pres">
      <dgm:prSet presAssocID="{7E989606-F522-4406-B12C-EC402DBCB935}" presName="compNode" presStyleCnt="0"/>
      <dgm:spPr/>
    </dgm:pt>
    <dgm:pt modelId="{2F8A496C-2F83-44B5-B67C-DA610F432DE4}" type="pres">
      <dgm:prSet presAssocID="{7E989606-F522-4406-B12C-EC402DBCB935}" presName="node" presStyleLbl="node1" presStyleIdx="0" presStyleCnt="3">
        <dgm:presLayoutVars>
          <dgm:bulletEnabled val="1"/>
        </dgm:presLayoutVars>
      </dgm:prSet>
      <dgm:spPr/>
    </dgm:pt>
    <dgm:pt modelId="{DF6C0D16-A2FC-4CC9-8447-762DC4686B84}" type="pres">
      <dgm:prSet presAssocID="{7E989606-F522-4406-B12C-EC402DBCB935}" presName="invisiNode" presStyleLbl="node1" presStyleIdx="0" presStyleCnt="3"/>
      <dgm:spPr/>
    </dgm:pt>
    <dgm:pt modelId="{A9630BE7-3D7D-44A9-9AB8-D869C651D243}" type="pres">
      <dgm:prSet presAssocID="{7E989606-F522-4406-B12C-EC402DBCB935}" presName="imagNod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16000" b="-16000"/>
          </a:stretch>
        </a:blipFill>
      </dgm:spPr>
    </dgm:pt>
    <dgm:pt modelId="{90BD07DC-A977-4B5B-9AC4-511EB26C3227}" type="pres">
      <dgm:prSet presAssocID="{F26BE530-6B67-49BE-8F7E-DAEB05E915F2}" presName="sibTrans" presStyleLbl="sibTrans2D1" presStyleIdx="0" presStyleCnt="0"/>
      <dgm:spPr/>
    </dgm:pt>
    <dgm:pt modelId="{941381A5-D2A3-4F46-BA30-C0AFBA36D422}" type="pres">
      <dgm:prSet presAssocID="{25C75F9A-1C62-4285-8B7E-1B93524AF268}" presName="compNode" presStyleCnt="0"/>
      <dgm:spPr/>
    </dgm:pt>
    <dgm:pt modelId="{D8A06540-A849-42F5-8CFB-2D292AD87DF0}" type="pres">
      <dgm:prSet presAssocID="{25C75F9A-1C62-4285-8B7E-1B93524AF268}" presName="node" presStyleLbl="node1" presStyleIdx="1" presStyleCnt="3">
        <dgm:presLayoutVars>
          <dgm:bulletEnabled val="1"/>
        </dgm:presLayoutVars>
      </dgm:prSet>
      <dgm:spPr/>
    </dgm:pt>
    <dgm:pt modelId="{2CAC7155-8019-4C13-8487-871C80E7DEAA}" type="pres">
      <dgm:prSet presAssocID="{25C75F9A-1C62-4285-8B7E-1B93524AF268}" presName="invisiNode" presStyleLbl="node1" presStyleIdx="1" presStyleCnt="3"/>
      <dgm:spPr/>
    </dgm:pt>
    <dgm:pt modelId="{1DB9F2E1-F6E1-4443-BB5C-36FA9D4CD4D6}" type="pres">
      <dgm:prSet presAssocID="{25C75F9A-1C62-4285-8B7E-1B93524AF268}" presName="imagNod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20000" b="-20000"/>
          </a:stretch>
        </a:blipFill>
      </dgm:spPr>
    </dgm:pt>
    <dgm:pt modelId="{90340BE5-1A47-4294-9DF3-6B74AFC0F31E}" type="pres">
      <dgm:prSet presAssocID="{D421F2A5-8CA3-49BD-9E48-C84C6BD2E576}" presName="sibTrans" presStyleLbl="sibTrans2D1" presStyleIdx="0" presStyleCnt="0"/>
      <dgm:spPr/>
    </dgm:pt>
    <dgm:pt modelId="{DC3780A4-30C0-400C-AACD-D20B29ADE34F}" type="pres">
      <dgm:prSet presAssocID="{2545A2E0-A4DE-409A-89D9-744030C264AE}" presName="compNode" presStyleCnt="0"/>
      <dgm:spPr/>
    </dgm:pt>
    <dgm:pt modelId="{0919A6D9-4E07-4D60-BBE2-DEFFF3ED3CC7}" type="pres">
      <dgm:prSet presAssocID="{2545A2E0-A4DE-409A-89D9-744030C264AE}" presName="node" presStyleLbl="node1" presStyleIdx="2" presStyleCnt="3">
        <dgm:presLayoutVars>
          <dgm:bulletEnabled val="1"/>
        </dgm:presLayoutVars>
      </dgm:prSet>
      <dgm:spPr/>
    </dgm:pt>
    <dgm:pt modelId="{D4A2DBAD-05FA-4B4F-904C-5B1B30008A8D}" type="pres">
      <dgm:prSet presAssocID="{2545A2E0-A4DE-409A-89D9-744030C264AE}" presName="invisiNode" presStyleLbl="node1" presStyleIdx="2" presStyleCnt="3"/>
      <dgm:spPr/>
    </dgm:pt>
    <dgm:pt modelId="{38F294F0-8018-4419-94A3-CFA957D344FC}" type="pres">
      <dgm:prSet presAssocID="{2545A2E0-A4DE-409A-89D9-744030C264AE}" presName="imagNode" presStyleLbl="fgImgPlace1" presStyleIdx="2" presStyleCnt="3"/>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t="-27579" b="-11651"/>
          </a:stretch>
        </a:blipFill>
      </dgm:spPr>
    </dgm:pt>
  </dgm:ptLst>
  <dgm:cxnLst>
    <dgm:cxn modelId="{16BDDF1B-4F1A-4FF8-AA19-C1749F45690F}" type="presOf" srcId="{D421F2A5-8CA3-49BD-9E48-C84C6BD2E576}" destId="{90340BE5-1A47-4294-9DF3-6B74AFC0F31E}" srcOrd="0" destOrd="0" presId="urn:microsoft.com/office/officeart/2005/8/layout/pList2"/>
    <dgm:cxn modelId="{5EA04323-1969-4423-9F33-D24C37FA0B64}" type="presOf" srcId="{F26BE530-6B67-49BE-8F7E-DAEB05E915F2}" destId="{90BD07DC-A977-4B5B-9AC4-511EB26C3227}" srcOrd="0" destOrd="0" presId="urn:microsoft.com/office/officeart/2005/8/layout/pList2"/>
    <dgm:cxn modelId="{7CB92424-2B8C-4C6F-8299-8C5B93E8BA91}" type="presOf" srcId="{7ADF7099-45D2-493B-9BDC-9669622C2165}" destId="{C1BCE315-FC8F-45CC-B324-C5E8313ABF6A}" srcOrd="0" destOrd="0" presId="urn:microsoft.com/office/officeart/2005/8/layout/pList2"/>
    <dgm:cxn modelId="{79F4614C-F09B-4121-941C-AD81574BB511}" type="presOf" srcId="{7E989606-F522-4406-B12C-EC402DBCB935}" destId="{2F8A496C-2F83-44B5-B67C-DA610F432DE4}" srcOrd="0" destOrd="0" presId="urn:microsoft.com/office/officeart/2005/8/layout/pList2"/>
    <dgm:cxn modelId="{0363AA7D-F9A9-4E83-B3E7-166A70958C77}" type="presOf" srcId="{25C75F9A-1C62-4285-8B7E-1B93524AF268}" destId="{D8A06540-A849-42F5-8CFB-2D292AD87DF0}" srcOrd="0" destOrd="0" presId="urn:microsoft.com/office/officeart/2005/8/layout/pList2"/>
    <dgm:cxn modelId="{B7C61A7E-B93C-4984-8A67-D611DA2AB108}" srcId="{7ADF7099-45D2-493B-9BDC-9669622C2165}" destId="{25C75F9A-1C62-4285-8B7E-1B93524AF268}" srcOrd="1" destOrd="0" parTransId="{FE941DA5-7947-471C-B9BA-9494CAAF3C0A}" sibTransId="{D421F2A5-8CA3-49BD-9E48-C84C6BD2E576}"/>
    <dgm:cxn modelId="{CD9C4EAE-FF4B-4C07-BF11-31240A8D8C13}" srcId="{7ADF7099-45D2-493B-9BDC-9669622C2165}" destId="{7E989606-F522-4406-B12C-EC402DBCB935}" srcOrd="0" destOrd="0" parTransId="{5EF23D3D-51CE-4BA4-9CC2-DA4711CE6B6D}" sibTransId="{F26BE530-6B67-49BE-8F7E-DAEB05E915F2}"/>
    <dgm:cxn modelId="{B71204D6-EA22-42DB-A571-F8A10E62A138}" srcId="{7ADF7099-45D2-493B-9BDC-9669622C2165}" destId="{2545A2E0-A4DE-409A-89D9-744030C264AE}" srcOrd="2" destOrd="0" parTransId="{7186AE22-0021-46DE-8BF1-88C89E4A3F19}" sibTransId="{71270E9B-DB34-4335-B293-1E30354610AD}"/>
    <dgm:cxn modelId="{C26324FC-E935-4013-B7F2-900C7B8FB44B}" type="presOf" srcId="{2545A2E0-A4DE-409A-89D9-744030C264AE}" destId="{0919A6D9-4E07-4D60-BBE2-DEFFF3ED3CC7}" srcOrd="0" destOrd="0" presId="urn:microsoft.com/office/officeart/2005/8/layout/pList2"/>
    <dgm:cxn modelId="{E663BEE3-1986-4812-B494-7A164A92ABD0}" type="presParOf" srcId="{C1BCE315-FC8F-45CC-B324-C5E8313ABF6A}" destId="{4B7A1E6B-9AC0-46DC-81BF-58297EAF101B}" srcOrd="0" destOrd="0" presId="urn:microsoft.com/office/officeart/2005/8/layout/pList2"/>
    <dgm:cxn modelId="{E636C8D1-21CC-4DCA-B256-BD6AA31DE6EC}" type="presParOf" srcId="{C1BCE315-FC8F-45CC-B324-C5E8313ABF6A}" destId="{B1CE8FCA-355F-4A2B-B8D2-A29A68253640}" srcOrd="1" destOrd="0" presId="urn:microsoft.com/office/officeart/2005/8/layout/pList2"/>
    <dgm:cxn modelId="{B01B8D40-87BC-463B-A6C0-7896DCD59A3A}" type="presParOf" srcId="{B1CE8FCA-355F-4A2B-B8D2-A29A68253640}" destId="{2A9FB9C0-5DAE-418F-9B73-E8E56B6614C0}" srcOrd="0" destOrd="0" presId="urn:microsoft.com/office/officeart/2005/8/layout/pList2"/>
    <dgm:cxn modelId="{7DE66320-717E-4151-B6F9-20A8DBF1AB74}" type="presParOf" srcId="{2A9FB9C0-5DAE-418F-9B73-E8E56B6614C0}" destId="{2F8A496C-2F83-44B5-B67C-DA610F432DE4}" srcOrd="0" destOrd="0" presId="urn:microsoft.com/office/officeart/2005/8/layout/pList2"/>
    <dgm:cxn modelId="{024039BB-6DFA-40B8-84BA-065702AAD791}" type="presParOf" srcId="{2A9FB9C0-5DAE-418F-9B73-E8E56B6614C0}" destId="{DF6C0D16-A2FC-4CC9-8447-762DC4686B84}" srcOrd="1" destOrd="0" presId="urn:microsoft.com/office/officeart/2005/8/layout/pList2"/>
    <dgm:cxn modelId="{8BC603D4-5E5D-4879-8F4D-482EB0882BC2}" type="presParOf" srcId="{2A9FB9C0-5DAE-418F-9B73-E8E56B6614C0}" destId="{A9630BE7-3D7D-44A9-9AB8-D869C651D243}" srcOrd="2" destOrd="0" presId="urn:microsoft.com/office/officeart/2005/8/layout/pList2"/>
    <dgm:cxn modelId="{8FA80AEA-5D99-4BCB-902D-735B86219804}" type="presParOf" srcId="{B1CE8FCA-355F-4A2B-B8D2-A29A68253640}" destId="{90BD07DC-A977-4B5B-9AC4-511EB26C3227}" srcOrd="1" destOrd="0" presId="urn:microsoft.com/office/officeart/2005/8/layout/pList2"/>
    <dgm:cxn modelId="{5E3C9D4B-EA13-434C-9FF7-68FBF2CA3BEA}" type="presParOf" srcId="{B1CE8FCA-355F-4A2B-B8D2-A29A68253640}" destId="{941381A5-D2A3-4F46-BA30-C0AFBA36D422}" srcOrd="2" destOrd="0" presId="urn:microsoft.com/office/officeart/2005/8/layout/pList2"/>
    <dgm:cxn modelId="{83DCE96D-0E08-4EB2-AF24-647210E93F2A}" type="presParOf" srcId="{941381A5-D2A3-4F46-BA30-C0AFBA36D422}" destId="{D8A06540-A849-42F5-8CFB-2D292AD87DF0}" srcOrd="0" destOrd="0" presId="urn:microsoft.com/office/officeart/2005/8/layout/pList2"/>
    <dgm:cxn modelId="{74163690-9906-4E94-A6BF-58669DD4A5FF}" type="presParOf" srcId="{941381A5-D2A3-4F46-BA30-C0AFBA36D422}" destId="{2CAC7155-8019-4C13-8487-871C80E7DEAA}" srcOrd="1" destOrd="0" presId="urn:microsoft.com/office/officeart/2005/8/layout/pList2"/>
    <dgm:cxn modelId="{28E35D8E-37F5-4239-9318-93B543E46997}" type="presParOf" srcId="{941381A5-D2A3-4F46-BA30-C0AFBA36D422}" destId="{1DB9F2E1-F6E1-4443-BB5C-36FA9D4CD4D6}" srcOrd="2" destOrd="0" presId="urn:microsoft.com/office/officeart/2005/8/layout/pList2"/>
    <dgm:cxn modelId="{416698B6-39AC-4939-8B58-0FAE470C4BC7}" type="presParOf" srcId="{B1CE8FCA-355F-4A2B-B8D2-A29A68253640}" destId="{90340BE5-1A47-4294-9DF3-6B74AFC0F31E}" srcOrd="3" destOrd="0" presId="urn:microsoft.com/office/officeart/2005/8/layout/pList2"/>
    <dgm:cxn modelId="{15A5DAAE-F8E4-4CD2-902F-818127C5BD1C}" type="presParOf" srcId="{B1CE8FCA-355F-4A2B-B8D2-A29A68253640}" destId="{DC3780A4-30C0-400C-AACD-D20B29ADE34F}" srcOrd="4" destOrd="0" presId="urn:microsoft.com/office/officeart/2005/8/layout/pList2"/>
    <dgm:cxn modelId="{A2FB4FEF-3F9F-454C-9B11-7BC8D0E69677}" type="presParOf" srcId="{DC3780A4-30C0-400C-AACD-D20B29ADE34F}" destId="{0919A6D9-4E07-4D60-BBE2-DEFFF3ED3CC7}" srcOrd="0" destOrd="0" presId="urn:microsoft.com/office/officeart/2005/8/layout/pList2"/>
    <dgm:cxn modelId="{062690DF-DBC2-4046-8DBC-88C8F7ED6FD4}" type="presParOf" srcId="{DC3780A4-30C0-400C-AACD-D20B29ADE34F}" destId="{D4A2DBAD-05FA-4B4F-904C-5B1B30008A8D}" srcOrd="1" destOrd="0" presId="urn:microsoft.com/office/officeart/2005/8/layout/pList2"/>
    <dgm:cxn modelId="{C7F613FB-C1D1-421A-A6AA-A31E47EC3A1C}" type="presParOf" srcId="{DC3780A4-30C0-400C-AACD-D20B29ADE34F}" destId="{38F294F0-8018-4419-94A3-CFA957D344FC}"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5ABA2-7C03-4FE5-86E9-4C6411D7E205}">
      <dsp:nvSpPr>
        <dsp:cNvPr id="0" name=""/>
        <dsp:cNvSpPr/>
      </dsp:nvSpPr>
      <dsp:spPr>
        <a:xfrm>
          <a:off x="0" y="6826"/>
          <a:ext cx="10233025"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Why is business continuity important?</a:t>
          </a:r>
        </a:p>
      </dsp:txBody>
      <dsp:txXfrm>
        <a:off x="38638" y="45464"/>
        <a:ext cx="10155749" cy="714229"/>
      </dsp:txXfrm>
    </dsp:sp>
    <dsp:sp modelId="{BCEF9220-0291-4A5E-B331-26345372F3F8}">
      <dsp:nvSpPr>
        <dsp:cNvPr id="0" name=""/>
        <dsp:cNvSpPr/>
      </dsp:nvSpPr>
      <dsp:spPr>
        <a:xfrm>
          <a:off x="0" y="893371"/>
          <a:ext cx="10233025"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The BCMS and its benefits</a:t>
          </a:r>
        </a:p>
      </dsp:txBody>
      <dsp:txXfrm>
        <a:off x="38638" y="932009"/>
        <a:ext cx="10155749" cy="714229"/>
      </dsp:txXfrm>
    </dsp:sp>
    <dsp:sp modelId="{C90F9686-C197-4D9A-9405-F68BEBCB94D1}">
      <dsp:nvSpPr>
        <dsp:cNvPr id="0" name=""/>
        <dsp:cNvSpPr/>
      </dsp:nvSpPr>
      <dsp:spPr>
        <a:xfrm>
          <a:off x="0" y="1779916"/>
          <a:ext cx="10233025"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The ISO22301 international standard</a:t>
          </a:r>
        </a:p>
      </dsp:txBody>
      <dsp:txXfrm>
        <a:off x="38638" y="1818554"/>
        <a:ext cx="10155749" cy="714229"/>
      </dsp:txXfrm>
    </dsp:sp>
    <dsp:sp modelId="{2D5041B4-1A47-4A40-8470-9192E5870FD5}">
      <dsp:nvSpPr>
        <dsp:cNvPr id="0" name=""/>
        <dsp:cNvSpPr/>
      </dsp:nvSpPr>
      <dsp:spPr>
        <a:xfrm>
          <a:off x="0" y="2666461"/>
          <a:ext cx="10233025"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Next steps</a:t>
          </a:r>
        </a:p>
      </dsp:txBody>
      <dsp:txXfrm>
        <a:off x="38638" y="2705099"/>
        <a:ext cx="10155749" cy="714229"/>
      </dsp:txXfrm>
    </dsp:sp>
    <dsp:sp modelId="{81B5A0E7-F2E0-457E-8C6C-16D0A5EF24AA}">
      <dsp:nvSpPr>
        <dsp:cNvPr id="0" name=""/>
        <dsp:cNvSpPr/>
      </dsp:nvSpPr>
      <dsp:spPr>
        <a:xfrm>
          <a:off x="0" y="3553006"/>
          <a:ext cx="10233025"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Questions</a:t>
          </a:r>
        </a:p>
      </dsp:txBody>
      <dsp:txXfrm>
        <a:off x="38638" y="3591644"/>
        <a:ext cx="10155749" cy="7142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1A1772-9DA0-45B7-99B3-714DB0DA9871}">
      <dsp:nvSpPr>
        <dsp:cNvPr id="0" name=""/>
        <dsp:cNvSpPr/>
      </dsp:nvSpPr>
      <dsp:spPr>
        <a:xfrm>
          <a:off x="1068402" y="1100"/>
          <a:ext cx="1959070" cy="1349799"/>
        </a:xfrm>
        <a:prstGeom prst="round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628" t="-16038" r="-1628" b="-7748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B4A5A9-F386-457B-9BCA-EA79F350771C}">
      <dsp:nvSpPr>
        <dsp:cNvPr id="0" name=""/>
        <dsp:cNvSpPr/>
      </dsp:nvSpPr>
      <dsp:spPr>
        <a:xfrm>
          <a:off x="1068402" y="1350900"/>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dirty="0">
              <a:latin typeface="Karla" panose="020B0604020202020204" charset="0"/>
              <a:cs typeface="Arial" panose="020B0604020202020204" pitchFamily="34" charset="0"/>
            </a:rPr>
            <a:t>Policy</a:t>
          </a:r>
          <a:endParaRPr lang="en-GB" sz="1800" kern="1200" dirty="0"/>
        </a:p>
      </dsp:txBody>
      <dsp:txXfrm>
        <a:off x="1068402" y="1350900"/>
        <a:ext cx="1959070" cy="726815"/>
      </dsp:txXfrm>
    </dsp:sp>
    <dsp:sp modelId="{AFEAB4D2-636D-4B7A-8497-86CD40E60748}">
      <dsp:nvSpPr>
        <dsp:cNvPr id="0" name=""/>
        <dsp:cNvSpPr/>
      </dsp:nvSpPr>
      <dsp:spPr>
        <a:xfrm>
          <a:off x="3223462" y="1100"/>
          <a:ext cx="1959070" cy="1349799"/>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76F4F3-8F30-45C0-8D98-43DC16A3A471}">
      <dsp:nvSpPr>
        <dsp:cNvPr id="0" name=""/>
        <dsp:cNvSpPr/>
      </dsp:nvSpPr>
      <dsp:spPr>
        <a:xfrm>
          <a:off x="3223462" y="1350900"/>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dirty="0">
              <a:latin typeface="Karla" panose="020B0604020202020204" charset="0"/>
              <a:cs typeface="Arial" panose="020B0604020202020204" pitchFamily="34" charset="0"/>
            </a:rPr>
            <a:t>Planning</a:t>
          </a:r>
          <a:endParaRPr lang="en-GB" sz="1800" kern="1200" dirty="0"/>
        </a:p>
      </dsp:txBody>
      <dsp:txXfrm>
        <a:off x="3223462" y="1350900"/>
        <a:ext cx="1959070" cy="726815"/>
      </dsp:txXfrm>
    </dsp:sp>
    <dsp:sp modelId="{2A2779CD-2349-4DCE-ACFE-E560D24AA6AB}">
      <dsp:nvSpPr>
        <dsp:cNvPr id="0" name=""/>
        <dsp:cNvSpPr/>
      </dsp:nvSpPr>
      <dsp:spPr>
        <a:xfrm>
          <a:off x="5378522" y="1100"/>
          <a:ext cx="1959070" cy="1349799"/>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8B1534-2854-4182-BF7F-F650AAD65275}">
      <dsp:nvSpPr>
        <dsp:cNvPr id="0" name=""/>
        <dsp:cNvSpPr/>
      </dsp:nvSpPr>
      <dsp:spPr>
        <a:xfrm>
          <a:off x="5378522" y="1350900"/>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dirty="0">
              <a:latin typeface="Karla" panose="020B0604020202020204" charset="0"/>
              <a:cs typeface="Arial" panose="020B0604020202020204" pitchFamily="34" charset="0"/>
            </a:rPr>
            <a:t>Implementation and operation</a:t>
          </a:r>
          <a:endParaRPr lang="en-GB" sz="1800" kern="1200" dirty="0"/>
        </a:p>
      </dsp:txBody>
      <dsp:txXfrm>
        <a:off x="5378522" y="1350900"/>
        <a:ext cx="1959070" cy="726815"/>
      </dsp:txXfrm>
    </dsp:sp>
    <dsp:sp modelId="{0867E068-F356-4984-B4C1-A03EF836D08E}">
      <dsp:nvSpPr>
        <dsp:cNvPr id="0" name=""/>
        <dsp:cNvSpPr/>
      </dsp:nvSpPr>
      <dsp:spPr>
        <a:xfrm>
          <a:off x="1068402" y="2273622"/>
          <a:ext cx="1959070" cy="1349799"/>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6000" b="-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E9C515-3FC3-4FE7-BFA5-AA9103DA26C6}">
      <dsp:nvSpPr>
        <dsp:cNvPr id="0" name=""/>
        <dsp:cNvSpPr/>
      </dsp:nvSpPr>
      <dsp:spPr>
        <a:xfrm>
          <a:off x="1068402" y="3623422"/>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dirty="0">
              <a:latin typeface="Karla" panose="020B0604020202020204" charset="0"/>
              <a:cs typeface="Arial" panose="020B0604020202020204" pitchFamily="34" charset="0"/>
            </a:rPr>
            <a:t>Performance assessment</a:t>
          </a:r>
          <a:endParaRPr lang="en-GB" sz="1800" kern="1200" dirty="0"/>
        </a:p>
      </dsp:txBody>
      <dsp:txXfrm>
        <a:off x="1068402" y="3623422"/>
        <a:ext cx="1959070" cy="726815"/>
      </dsp:txXfrm>
    </dsp:sp>
    <dsp:sp modelId="{BFD88210-AEAB-4183-92DA-54EBB3BA6CD3}">
      <dsp:nvSpPr>
        <dsp:cNvPr id="0" name=""/>
        <dsp:cNvSpPr/>
      </dsp:nvSpPr>
      <dsp:spPr>
        <a:xfrm>
          <a:off x="3223462" y="2273622"/>
          <a:ext cx="1959070" cy="1349799"/>
        </a:xfrm>
        <a:prstGeom prst="round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36612" t="-32171" r="-29942" b="-2835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5B0AB3-00A9-4E7F-B9E4-AB6E524D13B5}">
      <dsp:nvSpPr>
        <dsp:cNvPr id="0" name=""/>
        <dsp:cNvSpPr/>
      </dsp:nvSpPr>
      <dsp:spPr>
        <a:xfrm>
          <a:off x="3223462" y="3623422"/>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dirty="0">
              <a:latin typeface="Karla" panose="020B0604020202020204" charset="0"/>
              <a:cs typeface="Arial" panose="020B0604020202020204" pitchFamily="34" charset="0"/>
            </a:rPr>
            <a:t>Management review</a:t>
          </a:r>
          <a:endParaRPr lang="en-GB" sz="1800" kern="1200" dirty="0"/>
        </a:p>
      </dsp:txBody>
      <dsp:txXfrm>
        <a:off x="3223462" y="3623422"/>
        <a:ext cx="1959070" cy="726815"/>
      </dsp:txXfrm>
    </dsp:sp>
    <dsp:sp modelId="{83E4E968-1590-4815-AE42-6FFF311FDAE6}">
      <dsp:nvSpPr>
        <dsp:cNvPr id="0" name=""/>
        <dsp:cNvSpPr/>
      </dsp:nvSpPr>
      <dsp:spPr>
        <a:xfrm>
          <a:off x="5378522" y="2273622"/>
          <a:ext cx="1959070" cy="1349799"/>
        </a:xfrm>
        <a:prstGeom prst="round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CDC941-A7D2-42FE-8654-3711639E3942}">
      <dsp:nvSpPr>
        <dsp:cNvPr id="0" name=""/>
        <dsp:cNvSpPr/>
      </dsp:nvSpPr>
      <dsp:spPr>
        <a:xfrm>
          <a:off x="5378522" y="3623422"/>
          <a:ext cx="1959070" cy="726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GB" sz="1800" kern="1200">
              <a:latin typeface="Karla" panose="020B0604020202020204" charset="0"/>
              <a:cs typeface="Arial" panose="020B0604020202020204" pitchFamily="34" charset="0"/>
            </a:rPr>
            <a:t>Improvement</a:t>
          </a:r>
          <a:endParaRPr lang="en-GB" sz="1800" kern="1200" dirty="0"/>
        </a:p>
      </dsp:txBody>
      <dsp:txXfrm>
        <a:off x="5378522" y="3623422"/>
        <a:ext cx="1959070" cy="72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5A232-0355-4CD6-824F-12E0B5FB1ECF}">
      <dsp:nvSpPr>
        <dsp:cNvPr id="0" name=""/>
        <dsp:cNvSpPr/>
      </dsp:nvSpPr>
      <dsp:spPr>
        <a:xfrm>
          <a:off x="495479" y="1278290"/>
          <a:ext cx="807626" cy="80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4FC4D6-DCC6-4638-AB60-0B7B5346BC01}">
      <dsp:nvSpPr>
        <dsp:cNvPr id="0" name=""/>
        <dsp:cNvSpPr/>
      </dsp:nvSpPr>
      <dsp:spPr>
        <a:xfrm>
          <a:off x="1929" y="2355156"/>
          <a:ext cx="1794726" cy="71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dirty="0"/>
            <a:t>A structured framework for setting business continuity objectives</a:t>
          </a:r>
          <a:endParaRPr lang="en-US" sz="1400" kern="1200" dirty="0"/>
        </a:p>
      </dsp:txBody>
      <dsp:txXfrm>
        <a:off x="1929" y="2355156"/>
        <a:ext cx="1794726" cy="717890"/>
      </dsp:txXfrm>
    </dsp:sp>
    <dsp:sp modelId="{96099603-B9DE-4404-841A-C96BF89C37AE}">
      <dsp:nvSpPr>
        <dsp:cNvPr id="0" name=""/>
        <dsp:cNvSpPr/>
      </dsp:nvSpPr>
      <dsp:spPr>
        <a:xfrm>
          <a:off x="2604282" y="1278290"/>
          <a:ext cx="807626" cy="80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980200-9909-4CCD-AC12-4BD331DA2814}">
      <dsp:nvSpPr>
        <dsp:cNvPr id="0" name=""/>
        <dsp:cNvSpPr/>
      </dsp:nvSpPr>
      <dsp:spPr>
        <a:xfrm>
          <a:off x="2110733" y="2355156"/>
          <a:ext cx="1794726" cy="71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Ensures an appropriate process is followed to establish effective plans</a:t>
          </a:r>
          <a:endParaRPr lang="en-US" sz="1400" kern="1200"/>
        </a:p>
      </dsp:txBody>
      <dsp:txXfrm>
        <a:off x="2110733" y="2355156"/>
        <a:ext cx="1794726" cy="717890"/>
      </dsp:txXfrm>
    </dsp:sp>
    <dsp:sp modelId="{A2104A89-2086-47A1-A711-CBE3302A632E}">
      <dsp:nvSpPr>
        <dsp:cNvPr id="0" name=""/>
        <dsp:cNvSpPr/>
      </dsp:nvSpPr>
      <dsp:spPr>
        <a:xfrm>
          <a:off x="4713086" y="1278290"/>
          <a:ext cx="807626" cy="80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F8FE86-1EBD-4886-AD09-48D6E3C69B54}">
      <dsp:nvSpPr>
        <dsp:cNvPr id="0" name=""/>
        <dsp:cNvSpPr/>
      </dsp:nvSpPr>
      <dsp:spPr>
        <a:xfrm>
          <a:off x="4219536" y="2355156"/>
          <a:ext cx="1794726" cy="71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Emphasises regular review of plans</a:t>
          </a:r>
          <a:endParaRPr lang="en-US" sz="1400" kern="1200"/>
        </a:p>
      </dsp:txBody>
      <dsp:txXfrm>
        <a:off x="4219536" y="2355156"/>
        <a:ext cx="1794726" cy="717890"/>
      </dsp:txXfrm>
    </dsp:sp>
    <dsp:sp modelId="{0A7659EE-9C38-46B7-94C8-A3F7D9BCE6EF}">
      <dsp:nvSpPr>
        <dsp:cNvPr id="0" name=""/>
        <dsp:cNvSpPr/>
      </dsp:nvSpPr>
      <dsp:spPr>
        <a:xfrm>
          <a:off x="6821890" y="1278290"/>
          <a:ext cx="807626" cy="8076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D5AC38-EDDF-4060-8285-96D6C177BE67}">
      <dsp:nvSpPr>
        <dsp:cNvPr id="0" name=""/>
        <dsp:cNvSpPr/>
      </dsp:nvSpPr>
      <dsp:spPr>
        <a:xfrm>
          <a:off x="6328340" y="2355156"/>
          <a:ext cx="1794726" cy="71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Encourages continual improvement</a:t>
          </a:r>
          <a:endParaRPr lang="en-US" sz="1400" kern="1200"/>
        </a:p>
      </dsp:txBody>
      <dsp:txXfrm>
        <a:off x="6328340" y="2355156"/>
        <a:ext cx="1794726" cy="717890"/>
      </dsp:txXfrm>
    </dsp:sp>
    <dsp:sp modelId="{A90C4057-6710-4C85-A509-DED39E7BB09C}">
      <dsp:nvSpPr>
        <dsp:cNvPr id="0" name=""/>
        <dsp:cNvSpPr/>
      </dsp:nvSpPr>
      <dsp:spPr>
        <a:xfrm>
          <a:off x="8930693" y="1278290"/>
          <a:ext cx="807626" cy="80762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31C2B9-9335-492D-8163-819AEE83436A}">
      <dsp:nvSpPr>
        <dsp:cNvPr id="0" name=""/>
        <dsp:cNvSpPr/>
      </dsp:nvSpPr>
      <dsp:spPr>
        <a:xfrm>
          <a:off x="8437144" y="2355156"/>
          <a:ext cx="1794726" cy="71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Ensures everyone is aware of their roles and responsibilities</a:t>
          </a:r>
          <a:endParaRPr lang="en-US" sz="1400" kern="1200"/>
        </a:p>
      </dsp:txBody>
      <dsp:txXfrm>
        <a:off x="8437144" y="2355156"/>
        <a:ext cx="1794726" cy="7178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A1E6B-9AC0-46DC-81BF-58297EAF101B}">
      <dsp:nvSpPr>
        <dsp:cNvPr id="0" name=""/>
        <dsp:cNvSpPr/>
      </dsp:nvSpPr>
      <dsp:spPr>
        <a:xfrm>
          <a:off x="0" y="0"/>
          <a:ext cx="10233025" cy="1958102"/>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630BE7-3D7D-44A9-9AB8-D869C651D243}">
      <dsp:nvSpPr>
        <dsp:cNvPr id="0" name=""/>
        <dsp:cNvSpPr/>
      </dsp:nvSpPr>
      <dsp:spPr>
        <a:xfrm>
          <a:off x="306990" y="261080"/>
          <a:ext cx="3005951" cy="1435941"/>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6000" b="-1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8A496C-2F83-44B5-B67C-DA610F432DE4}">
      <dsp:nvSpPr>
        <dsp:cNvPr id="0" name=""/>
        <dsp:cNvSpPr/>
      </dsp:nvSpPr>
      <dsp:spPr>
        <a:xfrm rot="10800000">
          <a:off x="306990" y="1958102"/>
          <a:ext cx="3005951" cy="2393235"/>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Created in 2012 (and updated in 2019) by the International Organization for Standardization (ISO)</a:t>
          </a:r>
          <a:endParaRPr lang="en-GB" sz="2100" kern="1200" dirty="0"/>
        </a:p>
      </dsp:txBody>
      <dsp:txXfrm rot="10800000">
        <a:off x="380590" y="1958102"/>
        <a:ext cx="2858751" cy="2319635"/>
      </dsp:txXfrm>
    </dsp:sp>
    <dsp:sp modelId="{1DB9F2E1-F6E1-4443-BB5C-36FA9D4CD4D6}">
      <dsp:nvSpPr>
        <dsp:cNvPr id="0" name=""/>
        <dsp:cNvSpPr/>
      </dsp:nvSpPr>
      <dsp:spPr>
        <a:xfrm>
          <a:off x="3613536" y="261080"/>
          <a:ext cx="3005951" cy="1435941"/>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0000" b="-2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A06540-A849-42F5-8CFB-2D292AD87DF0}">
      <dsp:nvSpPr>
        <dsp:cNvPr id="0" name=""/>
        <dsp:cNvSpPr/>
      </dsp:nvSpPr>
      <dsp:spPr>
        <a:xfrm rot="10800000">
          <a:off x="3613536" y="1958102"/>
          <a:ext cx="3005951" cy="2393235"/>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ctr" defTabSz="933450">
            <a:lnSpc>
              <a:spcPct val="90000"/>
            </a:lnSpc>
            <a:spcBef>
              <a:spcPct val="0"/>
            </a:spcBef>
            <a:spcAft>
              <a:spcPct val="35000"/>
            </a:spcAft>
            <a:buNone/>
          </a:pPr>
          <a:r>
            <a:rPr lang="en-GB" sz="2100" kern="1200">
              <a:latin typeface="Karla" panose="020B0604020202020204" charset="0"/>
              <a:cs typeface="Arial" panose="020B0604020202020204" pitchFamily="34" charset="0"/>
            </a:rPr>
            <a:t>Defines a</a:t>
          </a:r>
          <a:br>
            <a:rPr lang="en-GB" sz="2100" kern="1200">
              <a:latin typeface="Karla" panose="020B0604020202020204" charset="0"/>
              <a:cs typeface="Arial" panose="020B0604020202020204" pitchFamily="34" charset="0"/>
            </a:rPr>
          </a:br>
          <a:r>
            <a:rPr lang="en-GB" sz="2100" kern="1200">
              <a:latin typeface="Karla" panose="020B0604020202020204" charset="0"/>
              <a:cs typeface="Arial" panose="020B0604020202020204" pitchFamily="34" charset="0"/>
            </a:rPr>
            <a:t>management </a:t>
          </a:r>
          <a:r>
            <a:rPr lang="en-GB" sz="2100" kern="1200" dirty="0">
              <a:latin typeface="Karla" panose="020B0604020202020204" charset="0"/>
              <a:cs typeface="Arial" panose="020B0604020202020204" pitchFamily="34" charset="0"/>
            </a:rPr>
            <a:t>system for </a:t>
          </a:r>
          <a:r>
            <a:rPr lang="en-GB" sz="2100" kern="1200">
              <a:latin typeface="Karla" panose="020B0604020202020204" charset="0"/>
              <a:cs typeface="Arial" panose="020B0604020202020204" pitchFamily="34" charset="0"/>
            </a:rPr>
            <a:t>business </a:t>
          </a:r>
          <a:br>
            <a:rPr lang="en-GB" sz="2100" kern="1200">
              <a:latin typeface="Karla" panose="020B0604020202020204" charset="0"/>
              <a:cs typeface="Arial" panose="020B0604020202020204" pitchFamily="34" charset="0"/>
            </a:rPr>
          </a:br>
          <a:r>
            <a:rPr lang="en-GB" sz="2100" kern="1200">
              <a:latin typeface="Karla" panose="020B0604020202020204" charset="0"/>
              <a:cs typeface="Arial" panose="020B0604020202020204" pitchFamily="34" charset="0"/>
            </a:rPr>
            <a:t>continuity</a:t>
          </a:r>
          <a:endParaRPr lang="en-GB" sz="2100" kern="1200" dirty="0"/>
        </a:p>
      </dsp:txBody>
      <dsp:txXfrm rot="10800000">
        <a:off x="3687136" y="1958102"/>
        <a:ext cx="2858751" cy="2319635"/>
      </dsp:txXfrm>
    </dsp:sp>
    <dsp:sp modelId="{38F294F0-8018-4419-94A3-CFA957D344FC}">
      <dsp:nvSpPr>
        <dsp:cNvPr id="0" name=""/>
        <dsp:cNvSpPr/>
      </dsp:nvSpPr>
      <dsp:spPr>
        <a:xfrm>
          <a:off x="6920083" y="261080"/>
          <a:ext cx="3005951" cy="1435941"/>
        </a:xfrm>
        <a:prstGeom prst="roundRect">
          <a:avLst>
            <a:gd name="adj" fmla="val 10000"/>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t="-27579" b="-11651"/>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19A6D9-4E07-4D60-BBE2-DEFFF3ED3CC7}">
      <dsp:nvSpPr>
        <dsp:cNvPr id="0" name=""/>
        <dsp:cNvSpPr/>
      </dsp:nvSpPr>
      <dsp:spPr>
        <a:xfrm rot="10800000">
          <a:off x="6920083" y="1958102"/>
          <a:ext cx="3005951" cy="2393235"/>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Increasingly adopted by organizations in countries across the world</a:t>
          </a:r>
          <a:endParaRPr lang="en-GB" sz="2100" kern="1200" dirty="0"/>
        </a:p>
      </dsp:txBody>
      <dsp:txXfrm rot="10800000">
        <a:off x="6993683" y="1958102"/>
        <a:ext cx="2858751" cy="23196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7BD64-5AF6-4861-9F1A-984E491E0F15}" type="datetimeFigureOut">
              <a:rPr lang="en-GB" smtClean="0"/>
              <a:t>21/09/2021</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56E702-731F-4E65-BD1A-893970DF8F02}" type="slidenum">
              <a:rPr lang="en-GB" smtClean="0"/>
              <a:t>‹#›</a:t>
            </a:fld>
            <a:endParaRPr lang="en-GB" dirty="0"/>
          </a:p>
        </p:txBody>
      </p:sp>
    </p:spTree>
    <p:extLst>
      <p:ext uri="{BB962C8B-B14F-4D97-AF65-F5344CB8AC3E}">
        <p14:creationId xmlns:p14="http://schemas.microsoft.com/office/powerpoint/2010/main" val="3495298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GB" sz="1100" dirty="0"/>
              <a:t>The Covid-19 pandemic in 2020 brought business continuity into sharp focus as a business issue. An unprecedented economic shutdown combined with massive public health challenges left many organizations struggling to cope with the impact of such a major event. Adding the ongoing issue of climate change to such events creates a good likelihood that the future is going to be full of uncertainty. So, it might be reasonable to expect that business continuity planning will be firmly on the agenda of world commerce and industry from now on. And one of the most effective ways of addressing this issue is to adopt a framework such as the ISO22301 standard. This presentation looks at the potential benefits to our organization of adopting ISO22301.</a:t>
            </a:r>
          </a:p>
          <a:p>
            <a:pPr marL="139700" indent="0">
              <a:buFontTx/>
              <a:buNone/>
            </a:pPr>
            <a:endParaRPr lang="en-GB" sz="1100" b="0" i="0" u="none" strike="noStrike" kern="0" cap="none" baseline="0" dirty="0">
              <a:solidFill>
                <a:srgbClr val="000000"/>
              </a:solidFill>
              <a:effectLst/>
              <a:latin typeface="Arial"/>
              <a:ea typeface="Arial"/>
              <a:cs typeface="Arial"/>
              <a:sym typeface="Arial"/>
            </a:endParaRPr>
          </a:p>
          <a:p>
            <a:pPr marL="139700" indent="0">
              <a:buNone/>
            </a:pP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1" i="0" u="none" strike="noStrike" kern="1200" cap="none" dirty="0">
                <a:solidFill>
                  <a:schemeClr val="tx1"/>
                </a:solidFill>
                <a:effectLst/>
                <a:latin typeface="Arial"/>
                <a:ea typeface="Arial"/>
                <a:cs typeface="Arial"/>
                <a:sym typeface="Arial"/>
              </a:rPr>
              <a:t>Purpose of this document</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0" i="0" u="none" strike="noStrike" kern="1200" cap="none" dirty="0">
                <a:solidFill>
                  <a:schemeClr val="tx1"/>
                </a:solidFill>
                <a:effectLst/>
                <a:latin typeface="Arial"/>
                <a:ea typeface="Arial"/>
                <a:cs typeface="Arial"/>
                <a:sym typeface="Arial"/>
              </a:rPr>
              <a:t>This presentation is intended to give a brief overview of the background to ISO223001 and the potential benefits of implementing a BCMS.</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Areas of the standard addressed</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The following areas of the ISO22301 standard are addressed by this document:</a:t>
            </a:r>
            <a:br>
              <a:rPr lang="en-GB" sz="1100" b="0" i="0" u="none" strike="noStrike" kern="1200" cap="none" dirty="0">
                <a:solidFill>
                  <a:schemeClr val="tx1"/>
                </a:solidFill>
                <a:effectLst/>
                <a:latin typeface="Arial"/>
                <a:ea typeface="Arial"/>
                <a:cs typeface="Arial"/>
                <a:sym typeface="Arial"/>
              </a:rPr>
            </a:br>
            <a:br>
              <a:rPr lang="en-GB" sz="1100" b="0" i="0" u="none" strike="noStrike" kern="1200" cap="none" dirty="0">
                <a:solidFill>
                  <a:schemeClr val="tx1"/>
                </a:solidFill>
                <a:effectLst/>
                <a:latin typeface="Arial"/>
                <a:ea typeface="Arial"/>
                <a:cs typeface="Arial"/>
                <a:sym typeface="Arial"/>
              </a:rPr>
            </a:br>
            <a:r>
              <a:rPr lang="en-GB" sz="1100" b="0" i="0" u="none" strike="noStrike" kern="1200" cap="none" dirty="0">
                <a:solidFill>
                  <a:schemeClr val="tx1"/>
                </a:solidFill>
                <a:effectLst/>
                <a:latin typeface="Arial"/>
                <a:ea typeface="Arial"/>
                <a:cs typeface="Arial" panose="020B0604020202020204" pitchFamily="34" charset="0"/>
                <a:sym typeface="Arial"/>
              </a:rPr>
              <a:t>All</a:t>
            </a:r>
          </a:p>
          <a:p>
            <a:pPr marL="139700" indent="0">
              <a:buFontTx/>
              <a:buNone/>
            </a:pPr>
            <a:endParaRPr lang="en-GB" sz="1100" b="0" i="0" u="none" strike="noStrike" kern="1200" cap="none" dirty="0">
              <a:solidFill>
                <a:schemeClr val="tx1"/>
              </a:solidFill>
              <a:effectLst/>
              <a:latin typeface="Arial"/>
              <a:ea typeface="Arial"/>
              <a:cs typeface="Arial" panose="020B0604020202020204" pitchFamily="34" charset="0"/>
              <a:sym typeface="Arial"/>
            </a:endParaRPr>
          </a:p>
          <a:p>
            <a:pPr marL="139700" indent="0">
              <a:buNone/>
            </a:pP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1" i="0" u="none" strike="noStrike" kern="1200" cap="none" dirty="0">
                <a:solidFill>
                  <a:schemeClr val="tx1"/>
                </a:solidFill>
                <a:effectLst/>
                <a:latin typeface="Arial"/>
                <a:ea typeface="Arial"/>
                <a:cs typeface="Arial"/>
                <a:sym typeface="Arial"/>
              </a:rPr>
              <a:t>General Guidance</a:t>
            </a:r>
          </a:p>
          <a:p>
            <a:pPr marL="457200" indent="-317500"/>
            <a:endParaRPr lang="en-GB" sz="1100" b="1" i="0" u="none" strike="noStrike" kern="1200" cap="none" baseline="0" dirty="0">
              <a:solidFill>
                <a:schemeClr val="tx1"/>
              </a:solidFill>
              <a:effectLst/>
              <a:latin typeface="Arial"/>
              <a:cs typeface="Arial"/>
              <a:sym typeface="Arial"/>
            </a:endParaRPr>
          </a:p>
          <a:p>
            <a:pPr marL="139700" indent="0">
              <a:buNone/>
            </a:pPr>
            <a:r>
              <a:rPr lang="en-GB" sz="1100" baseline="0" dirty="0"/>
              <a:t>This presentation is intended to convey the basics of what a BCMS is and why certification to the ISO22301 standard might be of benefit to your organization. You may want to add more specific information that relates to your organization and the industry in which it operates.</a:t>
            </a:r>
          </a:p>
          <a:p>
            <a:pPr marL="457200" indent="-317500"/>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Review Frequency</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We would recommend that this document is reviewed annually.</a:t>
            </a: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Toolkit Version Number</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0" i="0" u="none" strike="noStrike" kern="1200" cap="none" dirty="0">
                <a:solidFill>
                  <a:schemeClr val="tx1"/>
                </a:solidFill>
                <a:effectLst/>
                <a:latin typeface="Arial"/>
                <a:ea typeface="Arial"/>
                <a:cs typeface="Arial"/>
                <a:sym typeface="Arial"/>
              </a:rPr>
              <a:t>ISO22301 Toolkit Version 6 ©CertiKit.</a:t>
            </a: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Copyright notice</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0" i="0" u="none" strike="noStrike" kern="1200" cap="none" dirty="0">
                <a:solidFill>
                  <a:schemeClr val="tx1"/>
                </a:solidFill>
                <a:effectLst/>
                <a:latin typeface="Arial"/>
                <a:ea typeface="Arial"/>
                <a:cs typeface="Arial"/>
                <a:sym typeface="Arial"/>
              </a:rPr>
              <a:t>Except for any third party works included in this document, as identified in this document, this document has been authored by CertiKit, and is © copyright CertiKit except as stated below. CertiKit Limited is a company registered in England and Wales with company number 6432088.</a:t>
            </a: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Licence terms</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0" i="0" u="none" strike="noStrike" kern="1200" cap="none" dirty="0">
                <a:solidFill>
                  <a:schemeClr val="tx1"/>
                </a:solidFill>
                <a:effectLst/>
                <a:latin typeface="Arial"/>
                <a:ea typeface="Arial"/>
                <a:cs typeface="Arial"/>
                <a:sym typeface="Arial"/>
              </a:rPr>
              <a:t>This document is licensed on and subject to the standard licence terms of CertiKit, available on request, or by download from our website.  All other rights are reserved.  Unless you have purchased this product you only have an evaluation licence.  If this product was purchased, a full licence is granted to the person identified as the licensee in the relevant purchase order.  The standard licence terms include special terms relating to any third party copyright included in this document.</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Disclaimer</a:t>
            </a: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 </a:t>
            </a: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1" i="0" u="none" strike="noStrike" kern="1200" cap="none" dirty="0">
                <a:solidFill>
                  <a:schemeClr val="tx1"/>
                </a:solidFill>
                <a:effectLst/>
                <a:latin typeface="Arial"/>
                <a:ea typeface="Arial"/>
                <a:cs typeface="Arial"/>
                <a:sym typeface="Arial"/>
              </a:rPr>
              <a:t>Please Note: </a:t>
            </a:r>
            <a:r>
              <a:rPr lang="en-GB" sz="1100" b="0" i="0" u="none" strike="noStrike" kern="1200" cap="none" dirty="0">
                <a:solidFill>
                  <a:schemeClr val="tx1"/>
                </a:solidFill>
                <a:effectLst/>
                <a:latin typeface="Arial"/>
                <a:ea typeface="Arial"/>
                <a:cs typeface="Arial"/>
                <a:sym typeface="Arial"/>
              </a:rPr>
              <a:t>Your use of and reliance on this document template is at your sole risk. Document templates are intended to be used as a starting point only from which you will create your own document and to which you will apply all reasonable quality checks before use.  Therefore please note that it is your responsibility to ensure that the content of any document you create that is based on our templates is correct and appropriate for your needs and complies with relevant laws in your country. You should take all reasonable and proper legal and other professional advice before using this document. CertiKit makes no claims, promises, or guarantees about the accuracy, completeness, or adequacy of our document templates, assumes no duty of care to any person with respect its document templates or their contents, and expressly excludes and disclaims liability for any cost, expense, loss or damage suffered or incurred in reliance on our document templates, or in expectation of our document templates meeting your needs, including (without limitation) as a result of misstatements, errors and omissions in their contents.</a:t>
            </a:r>
          </a:p>
          <a:p>
            <a:pPr marL="139700" indent="0">
              <a:buFontTx/>
              <a:buNone/>
            </a:pPr>
            <a:endParaRPr lang="en-GB" sz="1100" i="0" dirty="0"/>
          </a:p>
          <a:p>
            <a:pPr marL="0" lvl="0" indent="0" algn="l" rtl="0">
              <a:spcBef>
                <a:spcPts val="0"/>
              </a:spcBef>
              <a:spcAft>
                <a:spcPts val="0"/>
              </a:spcAft>
              <a:buFontTx/>
              <a:buNone/>
            </a:pPr>
            <a:endParaRPr lang="en-GB" sz="1100" dirty="0"/>
          </a:p>
          <a:p>
            <a:endParaRPr lang="en-GB" sz="1100" dirty="0"/>
          </a:p>
        </p:txBody>
      </p:sp>
      <p:sp>
        <p:nvSpPr>
          <p:cNvPr id="4" name="Slide Number Placeholder 3"/>
          <p:cNvSpPr>
            <a:spLocks noGrp="1"/>
          </p:cNvSpPr>
          <p:nvPr>
            <p:ph type="sldNum" sz="quarter" idx="5"/>
          </p:nvPr>
        </p:nvSpPr>
        <p:spPr/>
        <p:txBody>
          <a:bodyPr/>
          <a:lstStyle/>
          <a:p>
            <a:fld id="{1A56E702-731F-4E65-BD1A-893970DF8F02}" type="slidenum">
              <a:rPr lang="en-GB" smtClean="0"/>
              <a:t>1</a:t>
            </a:fld>
            <a:endParaRPr lang="en-GB" dirty="0"/>
          </a:p>
        </p:txBody>
      </p:sp>
    </p:spTree>
    <p:extLst>
      <p:ext uri="{BB962C8B-B14F-4D97-AF65-F5344CB8AC3E}">
        <p14:creationId xmlns:p14="http://schemas.microsoft.com/office/powerpoint/2010/main" val="471630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During this presentation we are going to discuss the importance of business continuity and how  a Business Continuity Management System (BCMS) and the ISO22301 standard can help us to better protect our organization. We will talk about what a BCMS is and what the benefits of implementing one could be for us. Lastly we will discuss where we could go from here.</a:t>
            </a:r>
          </a:p>
        </p:txBody>
      </p:sp>
      <p:sp>
        <p:nvSpPr>
          <p:cNvPr id="4" name="Slide Number Placeholder 3"/>
          <p:cNvSpPr>
            <a:spLocks noGrp="1"/>
          </p:cNvSpPr>
          <p:nvPr>
            <p:ph type="sldNum" sz="quarter" idx="5"/>
          </p:nvPr>
        </p:nvSpPr>
        <p:spPr/>
        <p:txBody>
          <a:bodyPr/>
          <a:lstStyle/>
          <a:p>
            <a:fld id="{1A56E702-731F-4E65-BD1A-893970DF8F02}" type="slidenum">
              <a:rPr lang="en-GB" smtClean="0"/>
              <a:t>2</a:t>
            </a:fld>
            <a:endParaRPr lang="en-GB" dirty="0"/>
          </a:p>
        </p:txBody>
      </p:sp>
    </p:spTree>
    <p:extLst>
      <p:ext uri="{BB962C8B-B14F-4D97-AF65-F5344CB8AC3E}">
        <p14:creationId xmlns:p14="http://schemas.microsoft.com/office/powerpoint/2010/main" val="378687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Keeping our business running is the primary goal of business continuity and this is so for a number of reasons. Firstly we need to try to ensure that our revenue streams are maintained, so that working capital is available to meet our costs. A lack of adequate revenue would soon have implications for our supply chain, servicing our debt commitments, and employment, amongst others. But it’s not just about money; we have a wide variety of obligations to our stakeholders to keep providing our goods and services, and an inability to do that on our part may have serious consequences for our customers. Added to which, we also need to ensure that we stay within the law in areas such as health and safety and how we conduct our business.</a:t>
            </a:r>
          </a:p>
          <a:p>
            <a:endParaRPr lang="en-GB" dirty="0"/>
          </a:p>
          <a:p>
            <a:r>
              <a:rPr lang="en-GB" dirty="0"/>
              <a:t>Our reputation as a trustworthy business has been developed over a number of years, and if our organization is affected by a disruptive incident and we are unable to meet our commitments, that hard-earned reputation can be lost almost overnight. A key aspect of business continuity is the management of risk, promoting a proactive consideration of what could happen in the future, and what impact events might have on us. By being better prepared, we may also be able to reduce our insurance costs, as we are less likely to make a claim. Lastly, many of our customers will expect us to be on top of business continuity and it is an area often asked about when we’re bidding for work, so being better at it may help in securing more business.</a:t>
            </a:r>
          </a:p>
        </p:txBody>
      </p:sp>
      <p:sp>
        <p:nvSpPr>
          <p:cNvPr id="4" name="Slide Number Placeholder 3"/>
          <p:cNvSpPr>
            <a:spLocks noGrp="1"/>
          </p:cNvSpPr>
          <p:nvPr>
            <p:ph type="sldNum" sz="quarter" idx="5"/>
          </p:nvPr>
        </p:nvSpPr>
        <p:spPr/>
        <p:txBody>
          <a:bodyPr/>
          <a:lstStyle/>
          <a:p>
            <a:fld id="{1A56E702-731F-4E65-BD1A-893970DF8F02}" type="slidenum">
              <a:rPr lang="en-GB" smtClean="0"/>
              <a:t>3</a:t>
            </a:fld>
            <a:endParaRPr lang="en-GB" dirty="0"/>
          </a:p>
        </p:txBody>
      </p:sp>
    </p:spTree>
    <p:extLst>
      <p:ext uri="{BB962C8B-B14F-4D97-AF65-F5344CB8AC3E}">
        <p14:creationId xmlns:p14="http://schemas.microsoft.com/office/powerpoint/2010/main" val="2726781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addressing business continuity, what we need is a framework that ensures that we define what we’re trying to achieve, in the form of a policy and some objectives, and allows us to determine whether we are in fact achieving it. We also need to put repeatable processes in place and allocate people to carry out defined roles and responsibilities so that everyone knows what part they have to play in ensuring effective business continuity. These areas, together with those on the next slide, come together as a management system which forms the basis of the ISO22301 standard.</a:t>
            </a:r>
          </a:p>
        </p:txBody>
      </p:sp>
      <p:sp>
        <p:nvSpPr>
          <p:cNvPr id="4" name="Slide Number Placeholder 3"/>
          <p:cNvSpPr>
            <a:spLocks noGrp="1"/>
          </p:cNvSpPr>
          <p:nvPr>
            <p:ph type="sldNum" sz="quarter" idx="5"/>
          </p:nvPr>
        </p:nvSpPr>
        <p:spPr/>
        <p:txBody>
          <a:bodyPr/>
          <a:lstStyle/>
          <a:p>
            <a:fld id="{1A56E702-731F-4E65-BD1A-893970DF8F02}" type="slidenum">
              <a:rPr lang="en-GB" smtClean="0"/>
              <a:t>4</a:t>
            </a:fld>
            <a:endParaRPr lang="en-GB" dirty="0"/>
          </a:p>
        </p:txBody>
      </p:sp>
    </p:spTree>
    <p:extLst>
      <p:ext uri="{BB962C8B-B14F-4D97-AF65-F5344CB8AC3E}">
        <p14:creationId xmlns:p14="http://schemas.microsoft.com/office/powerpoint/2010/main" val="29739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Business continuity would be much more straightforward if nothing ever changed. If we simply approach it as a one-off exercise, plans will very soon become out of date and won’t work when we need them to. So we have to provide structure around what we’re doing and review our plans regularly to identify improvements. All of this is a long-term rather than a short-term activity. The processes listed on this slide ensure that everything is done in the right order, and we can tell if it’s working. If it isn’t, we then have a way to put things right and improve our business continuity capability. The BCMS is all about doing business continuity properly so that we protect the right business areas and our plans are always as up to date as possible.</a:t>
            </a:r>
          </a:p>
          <a:p>
            <a:endParaRPr lang="en-GB" dirty="0"/>
          </a:p>
        </p:txBody>
      </p:sp>
      <p:sp>
        <p:nvSpPr>
          <p:cNvPr id="4" name="Slide Number Placeholder 3"/>
          <p:cNvSpPr>
            <a:spLocks noGrp="1"/>
          </p:cNvSpPr>
          <p:nvPr>
            <p:ph type="sldNum" sz="quarter" idx="5"/>
          </p:nvPr>
        </p:nvSpPr>
        <p:spPr/>
        <p:txBody>
          <a:bodyPr/>
          <a:lstStyle/>
          <a:p>
            <a:fld id="{1A56E702-731F-4E65-BD1A-893970DF8F02}" type="slidenum">
              <a:rPr lang="en-GB" smtClean="0"/>
              <a:t>5</a:t>
            </a:fld>
            <a:endParaRPr lang="en-GB" dirty="0"/>
          </a:p>
        </p:txBody>
      </p:sp>
    </p:spTree>
    <p:extLst>
      <p:ext uri="{BB962C8B-B14F-4D97-AF65-F5344CB8AC3E}">
        <p14:creationId xmlns:p14="http://schemas.microsoft.com/office/powerpoint/2010/main" val="1238206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in summary, a BCMS gives our business continuity efforts some structure, including a defined set of steps to follow to get our plans in place. But it also means that we check them when appropriate (such as after big changes to the organization, new systems, locations and ways of working) and work to make them better over time by exercising and testing them in managed way. The BCMS ensures that everyone knows what they should be doing in relation to business continuity, before, during and after an incident.</a:t>
            </a:r>
          </a:p>
        </p:txBody>
      </p:sp>
      <p:sp>
        <p:nvSpPr>
          <p:cNvPr id="4" name="Slide Number Placeholder 3"/>
          <p:cNvSpPr>
            <a:spLocks noGrp="1"/>
          </p:cNvSpPr>
          <p:nvPr>
            <p:ph type="sldNum" sz="quarter" idx="5"/>
          </p:nvPr>
        </p:nvSpPr>
        <p:spPr/>
        <p:txBody>
          <a:bodyPr/>
          <a:lstStyle/>
          <a:p>
            <a:fld id="{1A56E702-731F-4E65-BD1A-893970DF8F02}" type="slidenum">
              <a:rPr lang="en-GB" smtClean="0"/>
              <a:t>6</a:t>
            </a:fld>
            <a:endParaRPr lang="en-GB" dirty="0"/>
          </a:p>
        </p:txBody>
      </p:sp>
    </p:spTree>
    <p:extLst>
      <p:ext uri="{BB962C8B-B14F-4D97-AF65-F5344CB8AC3E}">
        <p14:creationId xmlns:p14="http://schemas.microsoft.com/office/powerpoint/2010/main" val="3906293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One of the best known definitions of a BCMS is the ISO22301 standard. Based on input from experts from all over the world, ISO22301 defines what a BCMS should look like, and is documented in terms of requirements. It’s becoming more popular worldwide as time goes by and is recognised internationally.</a:t>
            </a:r>
          </a:p>
        </p:txBody>
      </p:sp>
      <p:sp>
        <p:nvSpPr>
          <p:cNvPr id="4" name="Slide Number Placeholder 3"/>
          <p:cNvSpPr>
            <a:spLocks noGrp="1"/>
          </p:cNvSpPr>
          <p:nvPr>
            <p:ph type="sldNum" sz="quarter" idx="5"/>
          </p:nvPr>
        </p:nvSpPr>
        <p:spPr/>
        <p:txBody>
          <a:bodyPr/>
          <a:lstStyle/>
          <a:p>
            <a:fld id="{1A56E702-731F-4E65-BD1A-893970DF8F02}" type="slidenum">
              <a:rPr lang="en-GB" smtClean="0"/>
              <a:t>7</a:t>
            </a:fld>
            <a:endParaRPr lang="en-GB" dirty="0"/>
          </a:p>
        </p:txBody>
      </p:sp>
    </p:spTree>
    <p:extLst>
      <p:ext uri="{BB962C8B-B14F-4D97-AF65-F5344CB8AC3E}">
        <p14:creationId xmlns:p14="http://schemas.microsoft.com/office/powerpoint/2010/main" val="351907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GB" dirty="0"/>
              <a:t>ISO22301 is the document that lists the requirements against which an organization would be certified, but there is a significant body of supporting guidance in the form of other codes of practice covering related areas such as supply chain, incident management and people aspects. </a:t>
            </a:r>
          </a:p>
          <a:p>
            <a:pPr marL="139700" indent="0">
              <a:buNone/>
            </a:pPr>
            <a:endParaRPr lang="en-GB" dirty="0"/>
          </a:p>
          <a:p>
            <a:pPr marL="139700" indent="0">
              <a:buNone/>
            </a:pPr>
            <a:r>
              <a:rPr lang="en-GB" dirty="0"/>
              <a:t>An organization that implements a BCMS according to ISO22301 can choose to be recognised, or certified, to the standard by a third party certification body. This process involves an audit to verify that the BCMS meets the requirements of the ISO22301 standard and, if it does, then a certificate is issued.</a:t>
            </a:r>
          </a:p>
          <a:p>
            <a:endParaRPr lang="en-GB" dirty="0"/>
          </a:p>
          <a:p>
            <a:pPr marL="139700" indent="0">
              <a:buNone/>
            </a:pPr>
            <a:r>
              <a:rPr lang="en-GB" dirty="0"/>
              <a:t>Certification is optional, but does provide evidence to others, such as customers and regulators, that our BCMS is effectively implemented. </a:t>
            </a:r>
          </a:p>
          <a:p>
            <a:endParaRPr lang="en-GB" dirty="0"/>
          </a:p>
        </p:txBody>
      </p:sp>
      <p:sp>
        <p:nvSpPr>
          <p:cNvPr id="4" name="Slide Number Placeholder 3"/>
          <p:cNvSpPr>
            <a:spLocks noGrp="1"/>
          </p:cNvSpPr>
          <p:nvPr>
            <p:ph type="sldNum" sz="quarter" idx="5"/>
          </p:nvPr>
        </p:nvSpPr>
        <p:spPr/>
        <p:txBody>
          <a:bodyPr/>
          <a:lstStyle/>
          <a:p>
            <a:fld id="{1A56E702-731F-4E65-BD1A-893970DF8F02}" type="slidenum">
              <a:rPr lang="en-GB" smtClean="0"/>
              <a:t>8</a:t>
            </a:fld>
            <a:endParaRPr lang="en-GB" dirty="0"/>
          </a:p>
        </p:txBody>
      </p:sp>
    </p:spTree>
    <p:extLst>
      <p:ext uri="{BB962C8B-B14F-4D97-AF65-F5344CB8AC3E}">
        <p14:creationId xmlns:p14="http://schemas.microsoft.com/office/powerpoint/2010/main" val="632714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where do we go from here? Our proposal is that we implement a BCMS that follows the structure and requirements of the ISO22301 standard. As with any major project it is essential that clear management commitment is gained and that the resources essential to success are provided. Once approved we will create an appropriate project team and create a plan to implement the BCMS. We will need to discuss and agree the correct scope for the management system and perform a gap assessment to understand where we are starting from. We will then begin to define our business continuity policy and objectives. As part of this exercise we will fully engage with the relevant business areas so that the ownership of the BCMS becomes embedded in day to day operation.</a:t>
            </a:r>
          </a:p>
          <a:p>
            <a:endParaRPr lang="en-GB" dirty="0"/>
          </a:p>
          <a:p>
            <a:r>
              <a:rPr lang="en-GB" dirty="0"/>
              <a:t>Once in place, the BCMS will help to ensure that we have the best chance of coping with whatever disruptive events come our way.</a:t>
            </a:r>
          </a:p>
        </p:txBody>
      </p:sp>
      <p:sp>
        <p:nvSpPr>
          <p:cNvPr id="4" name="Slide Number Placeholder 3"/>
          <p:cNvSpPr>
            <a:spLocks noGrp="1"/>
          </p:cNvSpPr>
          <p:nvPr>
            <p:ph type="sldNum" sz="quarter" idx="5"/>
          </p:nvPr>
        </p:nvSpPr>
        <p:spPr/>
        <p:txBody>
          <a:bodyPr/>
          <a:lstStyle/>
          <a:p>
            <a:fld id="{1A56E702-731F-4E65-BD1A-893970DF8F02}" type="slidenum">
              <a:rPr lang="en-GB" smtClean="0"/>
              <a:t>9</a:t>
            </a:fld>
            <a:endParaRPr lang="en-GB" dirty="0"/>
          </a:p>
        </p:txBody>
      </p:sp>
    </p:spTree>
    <p:extLst>
      <p:ext uri="{BB962C8B-B14F-4D97-AF65-F5344CB8AC3E}">
        <p14:creationId xmlns:p14="http://schemas.microsoft.com/office/powerpoint/2010/main" val="3595119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Ask if there are any questions</a:t>
            </a:r>
            <a:r>
              <a:rPr lang="en-GB" baseline="0" dirty="0"/>
              <a:t> about the subject of the presentation. </a:t>
            </a:r>
            <a:r>
              <a:rPr lang="en-GB" dirty="0"/>
              <a:t>Questions may be recorded and used to enhance the presentation for the next time it is delivered.</a:t>
            </a:r>
          </a:p>
        </p:txBody>
      </p:sp>
      <p:sp>
        <p:nvSpPr>
          <p:cNvPr id="4" name="Slide Number Placeholder 3"/>
          <p:cNvSpPr>
            <a:spLocks noGrp="1"/>
          </p:cNvSpPr>
          <p:nvPr>
            <p:ph type="sldNum" sz="quarter" idx="5"/>
          </p:nvPr>
        </p:nvSpPr>
        <p:spPr/>
        <p:txBody>
          <a:bodyPr/>
          <a:lstStyle/>
          <a:p>
            <a:fld id="{1A56E702-731F-4E65-BD1A-893970DF8F02}" type="slidenum">
              <a:rPr lang="en-GB" smtClean="0"/>
              <a:t>10</a:t>
            </a:fld>
            <a:endParaRPr lang="en-GB" dirty="0"/>
          </a:p>
        </p:txBody>
      </p:sp>
    </p:spTree>
    <p:extLst>
      <p:ext uri="{BB962C8B-B14F-4D97-AF65-F5344CB8AC3E}">
        <p14:creationId xmlns:p14="http://schemas.microsoft.com/office/powerpoint/2010/main" val="50919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538861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252887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75763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50777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221671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158842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846278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662081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589444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346666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373535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7540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43447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225909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836592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268033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59841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0C37A5C8-08D1-41FD-B723-B456497E236A}" type="datetimeFigureOut">
              <a:rPr lang="en-GB" smtClean="0"/>
              <a:t>21/09/2021</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807768C-7AF8-4984-B91C-38AB83166A03}" type="slidenum">
              <a:rPr lang="en-GB" smtClean="0"/>
              <a:t>‹#›</a:t>
            </a:fld>
            <a:endParaRPr lang="en-GB" dirty="0"/>
          </a:p>
        </p:txBody>
      </p:sp>
    </p:spTree>
    <p:extLst>
      <p:ext uri="{BB962C8B-B14F-4D97-AF65-F5344CB8AC3E}">
        <p14:creationId xmlns:p14="http://schemas.microsoft.com/office/powerpoint/2010/main" val="1293079518"/>
      </p:ext>
    </p:extLst>
  </p:cSld>
  <p:clrMap bg1="dk1" tx1="lt1" bg2="dk2" tx2="lt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F0721-A6B0-4F8C-B51A-4AA0069AB580}"/>
              </a:ext>
            </a:extLst>
          </p:cNvPr>
          <p:cNvSpPr>
            <a:spLocks noGrp="1"/>
          </p:cNvSpPr>
          <p:nvPr>
            <p:ph type="ctrTitle"/>
          </p:nvPr>
        </p:nvSpPr>
        <p:spPr>
          <a:xfrm>
            <a:off x="381447" y="4883128"/>
            <a:ext cx="10972354" cy="984272"/>
          </a:xfrm>
        </p:spPr>
        <p:txBody>
          <a:bodyPr>
            <a:noAutofit/>
          </a:bodyPr>
          <a:lstStyle/>
          <a:p>
            <a:r>
              <a:rPr lang="en-GB" sz="6600" dirty="0"/>
              <a:t>Business Continuity Benefits</a:t>
            </a:r>
          </a:p>
        </p:txBody>
      </p:sp>
      <p:sp>
        <p:nvSpPr>
          <p:cNvPr id="3" name="Subtitle 2">
            <a:extLst>
              <a:ext uri="{FF2B5EF4-FFF2-40B4-BE49-F238E27FC236}">
                <a16:creationId xmlns:a16="http://schemas.microsoft.com/office/drawing/2014/main" id="{B0CD2686-F015-4A00-9BBF-7913E7551750}"/>
              </a:ext>
            </a:extLst>
          </p:cNvPr>
          <p:cNvSpPr>
            <a:spLocks noGrp="1"/>
          </p:cNvSpPr>
          <p:nvPr>
            <p:ph type="subTitle" idx="1"/>
          </p:nvPr>
        </p:nvSpPr>
        <p:spPr>
          <a:xfrm>
            <a:off x="1039107" y="4113475"/>
            <a:ext cx="10314692" cy="754025"/>
          </a:xfrm>
        </p:spPr>
        <p:txBody>
          <a:bodyPr/>
          <a:lstStyle/>
          <a:p>
            <a:r>
              <a:rPr lang="en-GB" dirty="0"/>
              <a:t>ISO22301 Awareness Training</a:t>
            </a:r>
          </a:p>
        </p:txBody>
      </p:sp>
      <p:pic>
        <p:nvPicPr>
          <p:cNvPr id="4" name="Picture 3" descr="Logo&#10;&#10;Description automatically generated with low confidence">
            <a:extLst>
              <a:ext uri="{FF2B5EF4-FFF2-40B4-BE49-F238E27FC236}">
                <a16:creationId xmlns:a16="http://schemas.microsoft.com/office/drawing/2014/main" id="{0E66B1C5-8E3C-444D-B241-78923BE8B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446" y="367479"/>
            <a:ext cx="3384247" cy="883251"/>
          </a:xfrm>
          <a:prstGeom prst="rect">
            <a:avLst/>
          </a:prstGeom>
        </p:spPr>
      </p:pic>
    </p:spTree>
    <p:extLst>
      <p:ext uri="{BB962C8B-B14F-4D97-AF65-F5344CB8AC3E}">
        <p14:creationId xmlns:p14="http://schemas.microsoft.com/office/powerpoint/2010/main" val="221817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6" presetClass="emph" presetSubtype="0" fill="hold" grpId="0" nodeType="withEffect">
                                  <p:stCondLst>
                                    <p:cond delay="0"/>
                                  </p:stCondLst>
                                  <p:childTnLst>
                                    <p:animEffect transition="out" filter="fade">
                                      <p:cBhvr>
                                        <p:cTn id="8" dur="500" tmFilter="0, 0; .2, .5; .8, .5; 1, 0"/>
                                        <p:tgtEl>
                                          <p:spTgt spid="2"/>
                                        </p:tgtEl>
                                      </p:cBhvr>
                                    </p:animEffect>
                                    <p:animScale>
                                      <p:cBhvr>
                                        <p:cTn id="9"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021CF-2AF6-447D-A922-A52540C0F846}"/>
              </a:ext>
            </a:extLst>
          </p:cNvPr>
          <p:cNvSpPr>
            <a:spLocks noGrp="1"/>
          </p:cNvSpPr>
          <p:nvPr>
            <p:ph type="title"/>
          </p:nvPr>
        </p:nvSpPr>
        <p:spPr/>
        <p:txBody>
          <a:bodyPr/>
          <a:lstStyle/>
          <a:p>
            <a:r>
              <a:rPr lang="en-GB" dirty="0"/>
              <a:t>Agenda</a:t>
            </a:r>
          </a:p>
        </p:txBody>
      </p:sp>
      <p:graphicFrame>
        <p:nvGraphicFramePr>
          <p:cNvPr id="24" name="Content Placeholder 23">
            <a:extLst>
              <a:ext uri="{FF2B5EF4-FFF2-40B4-BE49-F238E27FC236}">
                <a16:creationId xmlns:a16="http://schemas.microsoft.com/office/drawing/2014/main" id="{281DF801-9F62-44DE-94D8-DA527C0AAB86}"/>
              </a:ext>
            </a:extLst>
          </p:cNvPr>
          <p:cNvGraphicFramePr>
            <a:graphicFrameLocks noGrp="1"/>
          </p:cNvGraphicFramePr>
          <p:nvPr>
            <p:ph idx="1"/>
            <p:extLst>
              <p:ext uri="{D42A27DB-BD31-4B8C-83A1-F6EECF244321}">
                <p14:modId xmlns:p14="http://schemas.microsoft.com/office/powerpoint/2010/main" val="1856732547"/>
              </p:ext>
            </p:extLst>
          </p:nvPr>
        </p:nvGraphicFramePr>
        <p:xfrm>
          <a:off x="1120775" y="1825625"/>
          <a:ext cx="1023302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88840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
                                            <p:graphicEl>
                                              <a:dgm id="{FA85ABA2-7C03-4FE5-86E9-4C6411D7E205}"/>
                                            </p:graphicEl>
                                          </p:spTgt>
                                        </p:tgtEl>
                                        <p:attrNameLst>
                                          <p:attrName>style.visibility</p:attrName>
                                        </p:attrNameLst>
                                      </p:cBhvr>
                                      <p:to>
                                        <p:strVal val="visible"/>
                                      </p:to>
                                    </p:set>
                                    <p:animEffect transition="in" filter="fade">
                                      <p:cBhvr>
                                        <p:cTn id="7" dur="1000"/>
                                        <p:tgtEl>
                                          <p:spTgt spid="24">
                                            <p:graphicEl>
                                              <a:dgm id="{FA85ABA2-7C03-4FE5-86E9-4C6411D7E205}"/>
                                            </p:graphicEl>
                                          </p:spTgt>
                                        </p:tgtEl>
                                      </p:cBhvr>
                                    </p:animEffect>
                                    <p:anim calcmode="lin" valueType="num">
                                      <p:cBhvr>
                                        <p:cTn id="8" dur="1000" fill="hold"/>
                                        <p:tgtEl>
                                          <p:spTgt spid="24">
                                            <p:graphicEl>
                                              <a:dgm id="{FA85ABA2-7C03-4FE5-86E9-4C6411D7E205}"/>
                                            </p:graphicEl>
                                          </p:spTgt>
                                        </p:tgtEl>
                                        <p:attrNameLst>
                                          <p:attrName>ppt_x</p:attrName>
                                        </p:attrNameLst>
                                      </p:cBhvr>
                                      <p:tavLst>
                                        <p:tav tm="0">
                                          <p:val>
                                            <p:strVal val="#ppt_x"/>
                                          </p:val>
                                        </p:tav>
                                        <p:tav tm="100000">
                                          <p:val>
                                            <p:strVal val="#ppt_x"/>
                                          </p:val>
                                        </p:tav>
                                      </p:tavLst>
                                    </p:anim>
                                    <p:anim calcmode="lin" valueType="num">
                                      <p:cBhvr>
                                        <p:cTn id="9" dur="1000" fill="hold"/>
                                        <p:tgtEl>
                                          <p:spTgt spid="24">
                                            <p:graphicEl>
                                              <a:dgm id="{FA85ABA2-7C03-4FE5-86E9-4C6411D7E205}"/>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graphicEl>
                                              <a:dgm id="{BCEF9220-0291-4A5E-B331-26345372F3F8}"/>
                                            </p:graphicEl>
                                          </p:spTgt>
                                        </p:tgtEl>
                                        <p:attrNameLst>
                                          <p:attrName>style.visibility</p:attrName>
                                        </p:attrNameLst>
                                      </p:cBhvr>
                                      <p:to>
                                        <p:strVal val="visible"/>
                                      </p:to>
                                    </p:set>
                                    <p:animEffect transition="in" filter="fade">
                                      <p:cBhvr>
                                        <p:cTn id="14" dur="1000"/>
                                        <p:tgtEl>
                                          <p:spTgt spid="24">
                                            <p:graphicEl>
                                              <a:dgm id="{BCEF9220-0291-4A5E-B331-26345372F3F8}"/>
                                            </p:graphicEl>
                                          </p:spTgt>
                                        </p:tgtEl>
                                      </p:cBhvr>
                                    </p:animEffect>
                                    <p:anim calcmode="lin" valueType="num">
                                      <p:cBhvr>
                                        <p:cTn id="15" dur="1000" fill="hold"/>
                                        <p:tgtEl>
                                          <p:spTgt spid="24">
                                            <p:graphicEl>
                                              <a:dgm id="{BCEF9220-0291-4A5E-B331-26345372F3F8}"/>
                                            </p:graphicEl>
                                          </p:spTgt>
                                        </p:tgtEl>
                                        <p:attrNameLst>
                                          <p:attrName>ppt_x</p:attrName>
                                        </p:attrNameLst>
                                      </p:cBhvr>
                                      <p:tavLst>
                                        <p:tav tm="0">
                                          <p:val>
                                            <p:strVal val="#ppt_x"/>
                                          </p:val>
                                        </p:tav>
                                        <p:tav tm="100000">
                                          <p:val>
                                            <p:strVal val="#ppt_x"/>
                                          </p:val>
                                        </p:tav>
                                      </p:tavLst>
                                    </p:anim>
                                    <p:anim calcmode="lin" valueType="num">
                                      <p:cBhvr>
                                        <p:cTn id="16" dur="1000" fill="hold"/>
                                        <p:tgtEl>
                                          <p:spTgt spid="24">
                                            <p:graphicEl>
                                              <a:dgm id="{BCEF9220-0291-4A5E-B331-26345372F3F8}"/>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
                                            <p:graphicEl>
                                              <a:dgm id="{C90F9686-C197-4D9A-9405-F68BEBCB94D1}"/>
                                            </p:graphicEl>
                                          </p:spTgt>
                                        </p:tgtEl>
                                        <p:attrNameLst>
                                          <p:attrName>style.visibility</p:attrName>
                                        </p:attrNameLst>
                                      </p:cBhvr>
                                      <p:to>
                                        <p:strVal val="visible"/>
                                      </p:to>
                                    </p:set>
                                    <p:animEffect transition="in" filter="fade">
                                      <p:cBhvr>
                                        <p:cTn id="21" dur="1000"/>
                                        <p:tgtEl>
                                          <p:spTgt spid="24">
                                            <p:graphicEl>
                                              <a:dgm id="{C90F9686-C197-4D9A-9405-F68BEBCB94D1}"/>
                                            </p:graphicEl>
                                          </p:spTgt>
                                        </p:tgtEl>
                                      </p:cBhvr>
                                    </p:animEffect>
                                    <p:anim calcmode="lin" valueType="num">
                                      <p:cBhvr>
                                        <p:cTn id="22" dur="1000" fill="hold"/>
                                        <p:tgtEl>
                                          <p:spTgt spid="24">
                                            <p:graphicEl>
                                              <a:dgm id="{C90F9686-C197-4D9A-9405-F68BEBCB94D1}"/>
                                            </p:graphicEl>
                                          </p:spTgt>
                                        </p:tgtEl>
                                        <p:attrNameLst>
                                          <p:attrName>ppt_x</p:attrName>
                                        </p:attrNameLst>
                                      </p:cBhvr>
                                      <p:tavLst>
                                        <p:tav tm="0">
                                          <p:val>
                                            <p:strVal val="#ppt_x"/>
                                          </p:val>
                                        </p:tav>
                                        <p:tav tm="100000">
                                          <p:val>
                                            <p:strVal val="#ppt_x"/>
                                          </p:val>
                                        </p:tav>
                                      </p:tavLst>
                                    </p:anim>
                                    <p:anim calcmode="lin" valueType="num">
                                      <p:cBhvr>
                                        <p:cTn id="23" dur="1000" fill="hold"/>
                                        <p:tgtEl>
                                          <p:spTgt spid="24">
                                            <p:graphicEl>
                                              <a:dgm id="{C90F9686-C197-4D9A-9405-F68BEBCB94D1}"/>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
                                            <p:graphicEl>
                                              <a:dgm id="{2D5041B4-1A47-4A40-8470-9192E5870FD5}"/>
                                            </p:graphicEl>
                                          </p:spTgt>
                                        </p:tgtEl>
                                        <p:attrNameLst>
                                          <p:attrName>style.visibility</p:attrName>
                                        </p:attrNameLst>
                                      </p:cBhvr>
                                      <p:to>
                                        <p:strVal val="visible"/>
                                      </p:to>
                                    </p:set>
                                    <p:animEffect transition="in" filter="fade">
                                      <p:cBhvr>
                                        <p:cTn id="28" dur="1000"/>
                                        <p:tgtEl>
                                          <p:spTgt spid="24">
                                            <p:graphicEl>
                                              <a:dgm id="{2D5041B4-1A47-4A40-8470-9192E5870FD5}"/>
                                            </p:graphicEl>
                                          </p:spTgt>
                                        </p:tgtEl>
                                      </p:cBhvr>
                                    </p:animEffect>
                                    <p:anim calcmode="lin" valueType="num">
                                      <p:cBhvr>
                                        <p:cTn id="29" dur="1000" fill="hold"/>
                                        <p:tgtEl>
                                          <p:spTgt spid="24">
                                            <p:graphicEl>
                                              <a:dgm id="{2D5041B4-1A47-4A40-8470-9192E5870FD5}"/>
                                            </p:graphicEl>
                                          </p:spTgt>
                                        </p:tgtEl>
                                        <p:attrNameLst>
                                          <p:attrName>ppt_x</p:attrName>
                                        </p:attrNameLst>
                                      </p:cBhvr>
                                      <p:tavLst>
                                        <p:tav tm="0">
                                          <p:val>
                                            <p:strVal val="#ppt_x"/>
                                          </p:val>
                                        </p:tav>
                                        <p:tav tm="100000">
                                          <p:val>
                                            <p:strVal val="#ppt_x"/>
                                          </p:val>
                                        </p:tav>
                                      </p:tavLst>
                                    </p:anim>
                                    <p:anim calcmode="lin" valueType="num">
                                      <p:cBhvr>
                                        <p:cTn id="30" dur="1000" fill="hold"/>
                                        <p:tgtEl>
                                          <p:spTgt spid="24">
                                            <p:graphicEl>
                                              <a:dgm id="{2D5041B4-1A47-4A40-8470-9192E5870FD5}"/>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4">
                                            <p:graphicEl>
                                              <a:dgm id="{81B5A0E7-F2E0-457E-8C6C-16D0A5EF24AA}"/>
                                            </p:graphicEl>
                                          </p:spTgt>
                                        </p:tgtEl>
                                        <p:attrNameLst>
                                          <p:attrName>style.visibility</p:attrName>
                                        </p:attrNameLst>
                                      </p:cBhvr>
                                      <p:to>
                                        <p:strVal val="visible"/>
                                      </p:to>
                                    </p:set>
                                    <p:animEffect transition="in" filter="fade">
                                      <p:cBhvr>
                                        <p:cTn id="35" dur="1000"/>
                                        <p:tgtEl>
                                          <p:spTgt spid="24">
                                            <p:graphicEl>
                                              <a:dgm id="{81B5A0E7-F2E0-457E-8C6C-16D0A5EF24AA}"/>
                                            </p:graphicEl>
                                          </p:spTgt>
                                        </p:tgtEl>
                                      </p:cBhvr>
                                    </p:animEffect>
                                    <p:anim calcmode="lin" valueType="num">
                                      <p:cBhvr>
                                        <p:cTn id="36" dur="1000" fill="hold"/>
                                        <p:tgtEl>
                                          <p:spTgt spid="24">
                                            <p:graphicEl>
                                              <a:dgm id="{81B5A0E7-F2E0-457E-8C6C-16D0A5EF24AA}"/>
                                            </p:graphicEl>
                                          </p:spTgt>
                                        </p:tgtEl>
                                        <p:attrNameLst>
                                          <p:attrName>ppt_x</p:attrName>
                                        </p:attrNameLst>
                                      </p:cBhvr>
                                      <p:tavLst>
                                        <p:tav tm="0">
                                          <p:val>
                                            <p:strVal val="#ppt_x"/>
                                          </p:val>
                                        </p:tav>
                                        <p:tav tm="100000">
                                          <p:val>
                                            <p:strVal val="#ppt_x"/>
                                          </p:val>
                                        </p:tav>
                                      </p:tavLst>
                                    </p:anim>
                                    <p:anim calcmode="lin" valueType="num">
                                      <p:cBhvr>
                                        <p:cTn id="37" dur="1000" fill="hold"/>
                                        <p:tgtEl>
                                          <p:spTgt spid="24">
                                            <p:graphicEl>
                                              <a:dgm id="{81B5A0E7-F2E0-457E-8C6C-16D0A5EF24AA}"/>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D4443CB3-83DD-4AA3-A64C-4BC85556123A}"/>
              </a:ext>
            </a:extLst>
          </p:cNvPr>
          <p:cNvPicPr>
            <a:picLocks noChangeAspect="1"/>
          </p:cNvPicPr>
          <p:nvPr/>
        </p:nvPicPr>
        <p:blipFill rotWithShape="1">
          <a:blip r:embed="rId4"/>
          <a:srcRect r="26455" b="-1"/>
          <a:stretch/>
        </p:blipFill>
        <p:spPr>
          <a:xfrm>
            <a:off x="4636008" y="10"/>
            <a:ext cx="7555992" cy="6857990"/>
          </a:xfrm>
          <a:prstGeom prst="rect">
            <a:avLst/>
          </a:prstGeom>
        </p:spPr>
      </p:pic>
      <p:sp useBgFill="1">
        <p:nvSpPr>
          <p:cNvPr id="9" name="Rectangle 8">
            <a:extLst>
              <a:ext uri="{FF2B5EF4-FFF2-40B4-BE49-F238E27FC236}">
                <a16:creationId xmlns:a16="http://schemas.microsoft.com/office/drawing/2014/main" id="{8D77D416-66F5-413A-9B46-6289471B3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50F4C-0370-4445-B558-F88A2904E790}"/>
              </a:ext>
            </a:extLst>
          </p:cNvPr>
          <p:cNvSpPr>
            <a:spLocks noGrp="1"/>
          </p:cNvSpPr>
          <p:nvPr>
            <p:ph type="title"/>
          </p:nvPr>
        </p:nvSpPr>
        <p:spPr>
          <a:xfrm>
            <a:off x="838201" y="365125"/>
            <a:ext cx="3478160" cy="1325563"/>
          </a:xfrm>
        </p:spPr>
        <p:txBody>
          <a:bodyPr>
            <a:normAutofit/>
          </a:bodyPr>
          <a:lstStyle/>
          <a:p>
            <a:r>
              <a:rPr lang="en-GB" sz="3100" dirty="0"/>
              <a:t>The importance of business continuity</a:t>
            </a:r>
          </a:p>
        </p:txBody>
      </p:sp>
      <p:sp>
        <p:nvSpPr>
          <p:cNvPr id="16" name="Content Placeholder 2">
            <a:extLst>
              <a:ext uri="{FF2B5EF4-FFF2-40B4-BE49-F238E27FC236}">
                <a16:creationId xmlns:a16="http://schemas.microsoft.com/office/drawing/2014/main" id="{6129B72D-6C5B-42C6-8722-2557E274E671}"/>
              </a:ext>
            </a:extLst>
          </p:cNvPr>
          <p:cNvSpPr>
            <a:spLocks noGrp="1"/>
          </p:cNvSpPr>
          <p:nvPr>
            <p:ph idx="1"/>
          </p:nvPr>
        </p:nvSpPr>
        <p:spPr>
          <a:xfrm>
            <a:off x="838202" y="1825625"/>
            <a:ext cx="3478160" cy="4351338"/>
          </a:xfrm>
        </p:spPr>
        <p:txBody>
          <a:bodyPr>
            <a:normAutofit/>
          </a:bodyPr>
          <a:lstStyle/>
          <a:p>
            <a:r>
              <a:rPr lang="en-GB" sz="2200" dirty="0"/>
              <a:t>Protect our revenue flow</a:t>
            </a:r>
          </a:p>
          <a:p>
            <a:r>
              <a:rPr lang="en-GB" sz="2200" dirty="0"/>
              <a:t>Meet obligations to stakeholders, such as customers, regulators, shareholders and suppliers</a:t>
            </a:r>
          </a:p>
          <a:p>
            <a:r>
              <a:rPr lang="en-GB" sz="2200" dirty="0"/>
              <a:t>Preserve our reputation</a:t>
            </a:r>
          </a:p>
          <a:p>
            <a:r>
              <a:rPr lang="en-GB" sz="2200" dirty="0"/>
              <a:t>Manage risk and cut insurance costs</a:t>
            </a:r>
          </a:p>
          <a:p>
            <a:r>
              <a:rPr lang="en-GB" sz="2200" dirty="0"/>
              <a:t>Meet tender requirements</a:t>
            </a:r>
          </a:p>
        </p:txBody>
      </p:sp>
    </p:spTree>
    <p:extLst>
      <p:ext uri="{BB962C8B-B14F-4D97-AF65-F5344CB8AC3E}">
        <p14:creationId xmlns:p14="http://schemas.microsoft.com/office/powerpoint/2010/main" val="24537163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fade">
                                      <p:cBhvr>
                                        <p:cTn id="2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D1957-937F-455D-9E6D-29DDB7C88DF3}"/>
              </a:ext>
            </a:extLst>
          </p:cNvPr>
          <p:cNvSpPr>
            <a:spLocks noGrp="1"/>
          </p:cNvSpPr>
          <p:nvPr>
            <p:ph type="title"/>
          </p:nvPr>
        </p:nvSpPr>
        <p:spPr>
          <a:xfrm>
            <a:off x="838200" y="365125"/>
            <a:ext cx="10515600" cy="1325563"/>
          </a:xfrm>
        </p:spPr>
        <p:txBody>
          <a:bodyPr>
            <a:normAutofit/>
          </a:bodyPr>
          <a:lstStyle/>
          <a:p>
            <a:r>
              <a:rPr lang="en-GB"/>
              <a:t>BCMS</a:t>
            </a:r>
            <a:endParaRPr lang="en-GB" dirty="0"/>
          </a:p>
        </p:txBody>
      </p:sp>
      <p:pic>
        <p:nvPicPr>
          <p:cNvPr id="5" name="Picture 4" descr="White puzzle with one red piece">
            <a:extLst>
              <a:ext uri="{FF2B5EF4-FFF2-40B4-BE49-F238E27FC236}">
                <a16:creationId xmlns:a16="http://schemas.microsoft.com/office/drawing/2014/main" id="{12F02A8A-7C1C-430D-96F2-D0D1B845C107}"/>
              </a:ext>
            </a:extLst>
          </p:cNvPr>
          <p:cNvPicPr>
            <a:picLocks noChangeAspect="1"/>
          </p:cNvPicPr>
          <p:nvPr/>
        </p:nvPicPr>
        <p:blipFill rotWithShape="1">
          <a:blip r:embed="rId4"/>
          <a:srcRect l="23020" r="21457"/>
          <a:stretch/>
        </p:blipFill>
        <p:spPr>
          <a:xfrm>
            <a:off x="956068" y="1924505"/>
            <a:ext cx="3354676" cy="3398611"/>
          </a:xfrm>
          <a:prstGeom prst="rect">
            <a:avLst/>
          </a:prstGeom>
        </p:spPr>
      </p:pic>
      <p:sp>
        <p:nvSpPr>
          <p:cNvPr id="3" name="Content Placeholder 2">
            <a:extLst>
              <a:ext uri="{FF2B5EF4-FFF2-40B4-BE49-F238E27FC236}">
                <a16:creationId xmlns:a16="http://schemas.microsoft.com/office/drawing/2014/main" id="{CA2A4B0A-8EBF-42B5-9F39-0DB40223A25D}"/>
              </a:ext>
            </a:extLst>
          </p:cNvPr>
          <p:cNvSpPr>
            <a:spLocks noGrp="1"/>
          </p:cNvSpPr>
          <p:nvPr>
            <p:ph idx="1"/>
          </p:nvPr>
        </p:nvSpPr>
        <p:spPr>
          <a:xfrm>
            <a:off x="4800600" y="1825625"/>
            <a:ext cx="6553200" cy="4351338"/>
          </a:xfrm>
        </p:spPr>
        <p:txBody>
          <a:bodyPr>
            <a:normAutofit/>
          </a:bodyPr>
          <a:lstStyle/>
          <a:p>
            <a:pPr marL="0" indent="0">
              <a:buNone/>
            </a:pPr>
            <a:r>
              <a:rPr lang="en-GB" dirty="0"/>
              <a:t>Consists of:</a:t>
            </a:r>
          </a:p>
          <a:p>
            <a:r>
              <a:rPr lang="en-GB" dirty="0"/>
              <a:t>A policy</a:t>
            </a:r>
          </a:p>
          <a:p>
            <a:r>
              <a:rPr lang="en-GB" dirty="0"/>
              <a:t>People with defined roles and responsibilities</a:t>
            </a:r>
          </a:p>
          <a:p>
            <a:r>
              <a:rPr lang="en-GB" dirty="0"/>
              <a:t>Management processes</a:t>
            </a:r>
          </a:p>
          <a:p>
            <a:endParaRPr lang="en-GB" dirty="0"/>
          </a:p>
        </p:txBody>
      </p:sp>
    </p:spTree>
    <p:extLst>
      <p:ext uri="{BB962C8B-B14F-4D97-AF65-F5344CB8AC3E}">
        <p14:creationId xmlns:p14="http://schemas.microsoft.com/office/powerpoint/2010/main" val="72178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11426-B766-47E7-9428-22F6ED202ACC}"/>
              </a:ext>
            </a:extLst>
          </p:cNvPr>
          <p:cNvSpPr>
            <a:spLocks noGrp="1"/>
          </p:cNvSpPr>
          <p:nvPr>
            <p:ph type="title"/>
          </p:nvPr>
        </p:nvSpPr>
        <p:spPr/>
        <p:txBody>
          <a:bodyPr/>
          <a:lstStyle/>
          <a:p>
            <a:r>
              <a:rPr lang="en-GB" dirty="0"/>
              <a:t>Management processes</a:t>
            </a:r>
          </a:p>
        </p:txBody>
      </p:sp>
      <p:graphicFrame>
        <p:nvGraphicFramePr>
          <p:cNvPr id="4" name="Content Placeholder 3">
            <a:extLst>
              <a:ext uri="{FF2B5EF4-FFF2-40B4-BE49-F238E27FC236}">
                <a16:creationId xmlns:a16="http://schemas.microsoft.com/office/drawing/2014/main" id="{723FD819-87F0-4C9D-8013-44B4701552E9}"/>
              </a:ext>
            </a:extLst>
          </p:cNvPr>
          <p:cNvGraphicFramePr>
            <a:graphicFrameLocks noGrp="1"/>
          </p:cNvGraphicFramePr>
          <p:nvPr>
            <p:ph idx="1"/>
            <p:extLst>
              <p:ext uri="{D42A27DB-BD31-4B8C-83A1-F6EECF244321}">
                <p14:modId xmlns:p14="http://schemas.microsoft.com/office/powerpoint/2010/main" val="1315072853"/>
              </p:ext>
            </p:extLst>
          </p:nvPr>
        </p:nvGraphicFramePr>
        <p:xfrm>
          <a:off x="1694935" y="1825625"/>
          <a:ext cx="8405996"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69938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
                                            <p:graphicEl>
                                              <a:dgm id="{0A1A1772-9DA0-45B7-99B3-714DB0DA9871}"/>
                                            </p:graphicEl>
                                          </p:spTgt>
                                        </p:tgtEl>
                                        <p:attrNameLst>
                                          <p:attrName>style.visibility</p:attrName>
                                        </p:attrNameLst>
                                      </p:cBhvr>
                                      <p:to>
                                        <p:strVal val="visible"/>
                                      </p:to>
                                    </p:set>
                                    <p:animEffect transition="in" filter="randombar(horizontal)">
                                      <p:cBhvr>
                                        <p:cTn id="7" dur="500"/>
                                        <p:tgtEl>
                                          <p:spTgt spid="4">
                                            <p:graphicEl>
                                              <a:dgm id="{0A1A1772-9DA0-45B7-99B3-714DB0DA9871}"/>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graphicEl>
                                              <a:dgm id="{AFB4A5A9-F386-457B-9BCA-EA79F350771C}"/>
                                            </p:graphicEl>
                                          </p:spTgt>
                                        </p:tgtEl>
                                        <p:attrNameLst>
                                          <p:attrName>style.visibility</p:attrName>
                                        </p:attrNameLst>
                                      </p:cBhvr>
                                      <p:to>
                                        <p:strVal val="visible"/>
                                      </p:to>
                                    </p:set>
                                    <p:animEffect transition="in" filter="randombar(horizontal)">
                                      <p:cBhvr>
                                        <p:cTn id="10" dur="500"/>
                                        <p:tgtEl>
                                          <p:spTgt spid="4">
                                            <p:graphicEl>
                                              <a:dgm id="{AFB4A5A9-F386-457B-9BCA-EA79F350771C}"/>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4">
                                            <p:graphicEl>
                                              <a:dgm id="{AFEAB4D2-636D-4B7A-8497-86CD40E60748}"/>
                                            </p:graphicEl>
                                          </p:spTgt>
                                        </p:tgtEl>
                                        <p:attrNameLst>
                                          <p:attrName>style.visibility</p:attrName>
                                        </p:attrNameLst>
                                      </p:cBhvr>
                                      <p:to>
                                        <p:strVal val="visible"/>
                                      </p:to>
                                    </p:set>
                                    <p:animEffect transition="in" filter="randombar(horizontal)">
                                      <p:cBhvr>
                                        <p:cTn id="15" dur="500"/>
                                        <p:tgtEl>
                                          <p:spTgt spid="4">
                                            <p:graphicEl>
                                              <a:dgm id="{AFEAB4D2-636D-4B7A-8497-86CD40E60748}"/>
                                            </p:graphic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
                                            <p:graphicEl>
                                              <a:dgm id="{5C76F4F3-8F30-45C0-8D98-43DC16A3A471}"/>
                                            </p:graphicEl>
                                          </p:spTgt>
                                        </p:tgtEl>
                                        <p:attrNameLst>
                                          <p:attrName>style.visibility</p:attrName>
                                        </p:attrNameLst>
                                      </p:cBhvr>
                                      <p:to>
                                        <p:strVal val="visible"/>
                                      </p:to>
                                    </p:set>
                                    <p:animEffect transition="in" filter="randombar(horizontal)">
                                      <p:cBhvr>
                                        <p:cTn id="18" dur="500"/>
                                        <p:tgtEl>
                                          <p:spTgt spid="4">
                                            <p:graphicEl>
                                              <a:dgm id="{5C76F4F3-8F30-45C0-8D98-43DC16A3A471}"/>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4">
                                            <p:graphicEl>
                                              <a:dgm id="{2A2779CD-2349-4DCE-ACFE-E560D24AA6AB}"/>
                                            </p:graphicEl>
                                          </p:spTgt>
                                        </p:tgtEl>
                                        <p:attrNameLst>
                                          <p:attrName>style.visibility</p:attrName>
                                        </p:attrNameLst>
                                      </p:cBhvr>
                                      <p:to>
                                        <p:strVal val="visible"/>
                                      </p:to>
                                    </p:set>
                                    <p:animEffect transition="in" filter="randombar(horizontal)">
                                      <p:cBhvr>
                                        <p:cTn id="23" dur="500"/>
                                        <p:tgtEl>
                                          <p:spTgt spid="4">
                                            <p:graphicEl>
                                              <a:dgm id="{2A2779CD-2349-4DCE-ACFE-E560D24AA6AB}"/>
                                            </p:graphic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4">
                                            <p:graphicEl>
                                              <a:dgm id="{798B1534-2854-4182-BF7F-F650AAD65275}"/>
                                            </p:graphicEl>
                                          </p:spTgt>
                                        </p:tgtEl>
                                        <p:attrNameLst>
                                          <p:attrName>style.visibility</p:attrName>
                                        </p:attrNameLst>
                                      </p:cBhvr>
                                      <p:to>
                                        <p:strVal val="visible"/>
                                      </p:to>
                                    </p:set>
                                    <p:animEffect transition="in" filter="randombar(horizontal)">
                                      <p:cBhvr>
                                        <p:cTn id="26" dur="500"/>
                                        <p:tgtEl>
                                          <p:spTgt spid="4">
                                            <p:graphicEl>
                                              <a:dgm id="{798B1534-2854-4182-BF7F-F650AAD65275}"/>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4">
                                            <p:graphicEl>
                                              <a:dgm id="{0867E068-F356-4984-B4C1-A03EF836D08E}"/>
                                            </p:graphicEl>
                                          </p:spTgt>
                                        </p:tgtEl>
                                        <p:attrNameLst>
                                          <p:attrName>style.visibility</p:attrName>
                                        </p:attrNameLst>
                                      </p:cBhvr>
                                      <p:to>
                                        <p:strVal val="visible"/>
                                      </p:to>
                                    </p:set>
                                    <p:animEffect transition="in" filter="randombar(horizontal)">
                                      <p:cBhvr>
                                        <p:cTn id="31" dur="500"/>
                                        <p:tgtEl>
                                          <p:spTgt spid="4">
                                            <p:graphicEl>
                                              <a:dgm id="{0867E068-F356-4984-B4C1-A03EF836D08E}"/>
                                            </p:graphicEl>
                                          </p:spTgt>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4">
                                            <p:graphicEl>
                                              <a:dgm id="{1EE9C515-3FC3-4FE7-BFA5-AA9103DA26C6}"/>
                                            </p:graphicEl>
                                          </p:spTgt>
                                        </p:tgtEl>
                                        <p:attrNameLst>
                                          <p:attrName>style.visibility</p:attrName>
                                        </p:attrNameLst>
                                      </p:cBhvr>
                                      <p:to>
                                        <p:strVal val="visible"/>
                                      </p:to>
                                    </p:set>
                                    <p:animEffect transition="in" filter="randombar(horizontal)">
                                      <p:cBhvr>
                                        <p:cTn id="34" dur="500"/>
                                        <p:tgtEl>
                                          <p:spTgt spid="4">
                                            <p:graphicEl>
                                              <a:dgm id="{1EE9C515-3FC3-4FE7-BFA5-AA9103DA26C6}"/>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4">
                                            <p:graphicEl>
                                              <a:dgm id="{BFD88210-AEAB-4183-92DA-54EBB3BA6CD3}"/>
                                            </p:graphicEl>
                                          </p:spTgt>
                                        </p:tgtEl>
                                        <p:attrNameLst>
                                          <p:attrName>style.visibility</p:attrName>
                                        </p:attrNameLst>
                                      </p:cBhvr>
                                      <p:to>
                                        <p:strVal val="visible"/>
                                      </p:to>
                                    </p:set>
                                    <p:animEffect transition="in" filter="randombar(horizontal)">
                                      <p:cBhvr>
                                        <p:cTn id="39" dur="500"/>
                                        <p:tgtEl>
                                          <p:spTgt spid="4">
                                            <p:graphicEl>
                                              <a:dgm id="{BFD88210-AEAB-4183-92DA-54EBB3BA6CD3}"/>
                                            </p:graphicEl>
                                          </p:spTgt>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4">
                                            <p:graphicEl>
                                              <a:dgm id="{155B0AB3-00A9-4E7F-B9E4-AB6E524D13B5}"/>
                                            </p:graphicEl>
                                          </p:spTgt>
                                        </p:tgtEl>
                                        <p:attrNameLst>
                                          <p:attrName>style.visibility</p:attrName>
                                        </p:attrNameLst>
                                      </p:cBhvr>
                                      <p:to>
                                        <p:strVal val="visible"/>
                                      </p:to>
                                    </p:set>
                                    <p:animEffect transition="in" filter="randombar(horizontal)">
                                      <p:cBhvr>
                                        <p:cTn id="42" dur="500"/>
                                        <p:tgtEl>
                                          <p:spTgt spid="4">
                                            <p:graphicEl>
                                              <a:dgm id="{155B0AB3-00A9-4E7F-B9E4-AB6E524D13B5}"/>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4">
                                            <p:graphicEl>
                                              <a:dgm id="{83E4E968-1590-4815-AE42-6FFF311FDAE6}"/>
                                            </p:graphicEl>
                                          </p:spTgt>
                                        </p:tgtEl>
                                        <p:attrNameLst>
                                          <p:attrName>style.visibility</p:attrName>
                                        </p:attrNameLst>
                                      </p:cBhvr>
                                      <p:to>
                                        <p:strVal val="visible"/>
                                      </p:to>
                                    </p:set>
                                    <p:animEffect transition="in" filter="randombar(horizontal)">
                                      <p:cBhvr>
                                        <p:cTn id="47" dur="500"/>
                                        <p:tgtEl>
                                          <p:spTgt spid="4">
                                            <p:graphicEl>
                                              <a:dgm id="{83E4E968-1590-4815-AE42-6FFF311FDAE6}"/>
                                            </p:graphicEl>
                                          </p:spTgt>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4">
                                            <p:graphicEl>
                                              <a:dgm id="{31CDC941-A7D2-42FE-8654-3711639E3942}"/>
                                            </p:graphicEl>
                                          </p:spTgt>
                                        </p:tgtEl>
                                        <p:attrNameLst>
                                          <p:attrName>style.visibility</p:attrName>
                                        </p:attrNameLst>
                                      </p:cBhvr>
                                      <p:to>
                                        <p:strVal val="visible"/>
                                      </p:to>
                                    </p:set>
                                    <p:animEffect transition="in" filter="randombar(horizontal)">
                                      <p:cBhvr>
                                        <p:cTn id="50" dur="500"/>
                                        <p:tgtEl>
                                          <p:spTgt spid="4">
                                            <p:graphicEl>
                                              <a:dgm id="{31CDC941-A7D2-42FE-8654-3711639E394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2A36C-685F-4353-9507-E12E543D191F}"/>
              </a:ext>
            </a:extLst>
          </p:cNvPr>
          <p:cNvSpPr>
            <a:spLocks noGrp="1"/>
          </p:cNvSpPr>
          <p:nvPr>
            <p:ph type="title"/>
          </p:nvPr>
        </p:nvSpPr>
        <p:spPr/>
        <p:txBody>
          <a:bodyPr/>
          <a:lstStyle/>
          <a:p>
            <a:r>
              <a:rPr lang="en-GB"/>
              <a:t>BCMS benefits</a:t>
            </a:r>
            <a:endParaRPr lang="en-GB" dirty="0"/>
          </a:p>
        </p:txBody>
      </p:sp>
      <p:graphicFrame>
        <p:nvGraphicFramePr>
          <p:cNvPr id="11" name="Content Placeholder 2">
            <a:extLst>
              <a:ext uri="{FF2B5EF4-FFF2-40B4-BE49-F238E27FC236}">
                <a16:creationId xmlns:a16="http://schemas.microsoft.com/office/drawing/2014/main" id="{CB22FC5D-6207-40B8-ADCE-6F538A830B64}"/>
              </a:ext>
            </a:extLst>
          </p:cNvPr>
          <p:cNvGraphicFramePr>
            <a:graphicFrameLocks noGrp="1"/>
          </p:cNvGraphicFramePr>
          <p:nvPr>
            <p:ph idx="1"/>
          </p:nvPr>
        </p:nvGraphicFramePr>
        <p:xfrm>
          <a:off x="1120000" y="1825625"/>
          <a:ext cx="102338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21469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graphicEl>
                                              <a:dgm id="{4765A232-0355-4CD6-824F-12E0B5FB1ECF}"/>
                                            </p:graphicEl>
                                          </p:spTgt>
                                        </p:tgtEl>
                                        <p:attrNameLst>
                                          <p:attrName>style.visibility</p:attrName>
                                        </p:attrNameLst>
                                      </p:cBhvr>
                                      <p:to>
                                        <p:strVal val="visible"/>
                                      </p:to>
                                    </p:set>
                                    <p:animEffect transition="in" filter="barn(inVertical)">
                                      <p:cBhvr>
                                        <p:cTn id="7" dur="500"/>
                                        <p:tgtEl>
                                          <p:spTgt spid="11">
                                            <p:graphicEl>
                                              <a:dgm id="{4765A232-0355-4CD6-824F-12E0B5FB1ECF}"/>
                                            </p:graphic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graphicEl>
                                              <a:dgm id="{A54FC4D6-DCC6-4638-AB60-0B7B5346BC01}"/>
                                            </p:graphicEl>
                                          </p:spTgt>
                                        </p:tgtEl>
                                        <p:attrNameLst>
                                          <p:attrName>style.visibility</p:attrName>
                                        </p:attrNameLst>
                                      </p:cBhvr>
                                      <p:to>
                                        <p:strVal val="visible"/>
                                      </p:to>
                                    </p:set>
                                    <p:animEffect transition="in" filter="barn(inVertical)">
                                      <p:cBhvr>
                                        <p:cTn id="10" dur="500"/>
                                        <p:tgtEl>
                                          <p:spTgt spid="11">
                                            <p:graphicEl>
                                              <a:dgm id="{A54FC4D6-DCC6-4638-AB60-0B7B5346BC01}"/>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graphicEl>
                                              <a:dgm id="{96099603-B9DE-4404-841A-C96BF89C37AE}"/>
                                            </p:graphicEl>
                                          </p:spTgt>
                                        </p:tgtEl>
                                        <p:attrNameLst>
                                          <p:attrName>style.visibility</p:attrName>
                                        </p:attrNameLst>
                                      </p:cBhvr>
                                      <p:to>
                                        <p:strVal val="visible"/>
                                      </p:to>
                                    </p:set>
                                    <p:animEffect transition="in" filter="barn(inVertical)">
                                      <p:cBhvr>
                                        <p:cTn id="15" dur="500"/>
                                        <p:tgtEl>
                                          <p:spTgt spid="11">
                                            <p:graphicEl>
                                              <a:dgm id="{96099603-B9DE-4404-841A-C96BF89C37AE}"/>
                                            </p:graphic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
                                            <p:graphicEl>
                                              <a:dgm id="{05980200-9909-4CCD-AC12-4BD331DA2814}"/>
                                            </p:graphicEl>
                                          </p:spTgt>
                                        </p:tgtEl>
                                        <p:attrNameLst>
                                          <p:attrName>style.visibility</p:attrName>
                                        </p:attrNameLst>
                                      </p:cBhvr>
                                      <p:to>
                                        <p:strVal val="visible"/>
                                      </p:to>
                                    </p:set>
                                    <p:animEffect transition="in" filter="barn(inVertical)">
                                      <p:cBhvr>
                                        <p:cTn id="18" dur="500"/>
                                        <p:tgtEl>
                                          <p:spTgt spid="11">
                                            <p:graphicEl>
                                              <a:dgm id="{05980200-9909-4CCD-AC12-4BD331DA2814}"/>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1">
                                            <p:graphicEl>
                                              <a:dgm id="{A2104A89-2086-47A1-A711-CBE3302A632E}"/>
                                            </p:graphicEl>
                                          </p:spTgt>
                                        </p:tgtEl>
                                        <p:attrNameLst>
                                          <p:attrName>style.visibility</p:attrName>
                                        </p:attrNameLst>
                                      </p:cBhvr>
                                      <p:to>
                                        <p:strVal val="visible"/>
                                      </p:to>
                                    </p:set>
                                    <p:animEffect transition="in" filter="barn(inVertical)">
                                      <p:cBhvr>
                                        <p:cTn id="23" dur="500"/>
                                        <p:tgtEl>
                                          <p:spTgt spid="11">
                                            <p:graphicEl>
                                              <a:dgm id="{A2104A89-2086-47A1-A711-CBE3302A632E}"/>
                                            </p:graphic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1">
                                            <p:graphicEl>
                                              <a:dgm id="{E8F8FE86-1EBD-4886-AD09-48D6E3C69B54}"/>
                                            </p:graphicEl>
                                          </p:spTgt>
                                        </p:tgtEl>
                                        <p:attrNameLst>
                                          <p:attrName>style.visibility</p:attrName>
                                        </p:attrNameLst>
                                      </p:cBhvr>
                                      <p:to>
                                        <p:strVal val="visible"/>
                                      </p:to>
                                    </p:set>
                                    <p:animEffect transition="in" filter="barn(inVertical)">
                                      <p:cBhvr>
                                        <p:cTn id="26" dur="500"/>
                                        <p:tgtEl>
                                          <p:spTgt spid="11">
                                            <p:graphicEl>
                                              <a:dgm id="{E8F8FE86-1EBD-4886-AD09-48D6E3C69B54}"/>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1">
                                            <p:graphicEl>
                                              <a:dgm id="{0A7659EE-9C38-46B7-94C8-A3F7D9BCE6EF}"/>
                                            </p:graphicEl>
                                          </p:spTgt>
                                        </p:tgtEl>
                                        <p:attrNameLst>
                                          <p:attrName>style.visibility</p:attrName>
                                        </p:attrNameLst>
                                      </p:cBhvr>
                                      <p:to>
                                        <p:strVal val="visible"/>
                                      </p:to>
                                    </p:set>
                                    <p:animEffect transition="in" filter="barn(inVertical)">
                                      <p:cBhvr>
                                        <p:cTn id="31" dur="500"/>
                                        <p:tgtEl>
                                          <p:spTgt spid="11">
                                            <p:graphicEl>
                                              <a:dgm id="{0A7659EE-9C38-46B7-94C8-A3F7D9BCE6EF}"/>
                                            </p:graphic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1">
                                            <p:graphicEl>
                                              <a:dgm id="{DBD5AC38-EDDF-4060-8285-96D6C177BE67}"/>
                                            </p:graphicEl>
                                          </p:spTgt>
                                        </p:tgtEl>
                                        <p:attrNameLst>
                                          <p:attrName>style.visibility</p:attrName>
                                        </p:attrNameLst>
                                      </p:cBhvr>
                                      <p:to>
                                        <p:strVal val="visible"/>
                                      </p:to>
                                    </p:set>
                                    <p:animEffect transition="in" filter="barn(inVertical)">
                                      <p:cBhvr>
                                        <p:cTn id="34" dur="500"/>
                                        <p:tgtEl>
                                          <p:spTgt spid="11">
                                            <p:graphicEl>
                                              <a:dgm id="{DBD5AC38-EDDF-4060-8285-96D6C177BE67}"/>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1">
                                            <p:graphicEl>
                                              <a:dgm id="{A90C4057-6710-4C85-A509-DED39E7BB09C}"/>
                                            </p:graphicEl>
                                          </p:spTgt>
                                        </p:tgtEl>
                                        <p:attrNameLst>
                                          <p:attrName>style.visibility</p:attrName>
                                        </p:attrNameLst>
                                      </p:cBhvr>
                                      <p:to>
                                        <p:strVal val="visible"/>
                                      </p:to>
                                    </p:set>
                                    <p:animEffect transition="in" filter="barn(inVertical)">
                                      <p:cBhvr>
                                        <p:cTn id="39" dur="500"/>
                                        <p:tgtEl>
                                          <p:spTgt spid="11">
                                            <p:graphicEl>
                                              <a:dgm id="{A90C4057-6710-4C85-A509-DED39E7BB09C}"/>
                                            </p:graphicEl>
                                          </p:spTgt>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1">
                                            <p:graphicEl>
                                              <a:dgm id="{A231C2B9-9335-492D-8163-819AEE83436A}"/>
                                            </p:graphicEl>
                                          </p:spTgt>
                                        </p:tgtEl>
                                        <p:attrNameLst>
                                          <p:attrName>style.visibility</p:attrName>
                                        </p:attrNameLst>
                                      </p:cBhvr>
                                      <p:to>
                                        <p:strVal val="visible"/>
                                      </p:to>
                                    </p:set>
                                    <p:animEffect transition="in" filter="barn(inVertical)">
                                      <p:cBhvr>
                                        <p:cTn id="42" dur="500"/>
                                        <p:tgtEl>
                                          <p:spTgt spid="11">
                                            <p:graphicEl>
                                              <a:dgm id="{A231C2B9-9335-492D-8163-819AEE83436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2A36C-685F-4353-9507-E12E543D191F}"/>
              </a:ext>
            </a:extLst>
          </p:cNvPr>
          <p:cNvSpPr>
            <a:spLocks noGrp="1"/>
          </p:cNvSpPr>
          <p:nvPr>
            <p:ph type="title"/>
          </p:nvPr>
        </p:nvSpPr>
        <p:spPr/>
        <p:txBody>
          <a:bodyPr/>
          <a:lstStyle/>
          <a:p>
            <a:r>
              <a:rPr lang="en-GB" dirty="0"/>
              <a:t>ISO22301</a:t>
            </a:r>
          </a:p>
        </p:txBody>
      </p:sp>
      <p:graphicFrame>
        <p:nvGraphicFramePr>
          <p:cNvPr id="5" name="Content Placeholder 4">
            <a:extLst>
              <a:ext uri="{FF2B5EF4-FFF2-40B4-BE49-F238E27FC236}">
                <a16:creationId xmlns:a16="http://schemas.microsoft.com/office/drawing/2014/main" id="{BF854671-53E3-4571-A69B-C444B9C9CCEE}"/>
              </a:ext>
            </a:extLst>
          </p:cNvPr>
          <p:cNvGraphicFramePr>
            <a:graphicFrameLocks noGrp="1"/>
          </p:cNvGraphicFramePr>
          <p:nvPr>
            <p:ph idx="1"/>
            <p:extLst>
              <p:ext uri="{D42A27DB-BD31-4B8C-83A1-F6EECF244321}">
                <p14:modId xmlns:p14="http://schemas.microsoft.com/office/powerpoint/2010/main" val="1053070676"/>
              </p:ext>
            </p:extLst>
          </p:nvPr>
        </p:nvGraphicFramePr>
        <p:xfrm>
          <a:off x="1120775" y="1825625"/>
          <a:ext cx="1023302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09272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graphicEl>
                                              <a:dgm id="{4B7A1E6B-9AC0-46DC-81BF-58297EAF101B}"/>
                                            </p:graphicEl>
                                          </p:spTgt>
                                        </p:tgtEl>
                                        <p:attrNameLst>
                                          <p:attrName>style.visibility</p:attrName>
                                        </p:attrNameLst>
                                      </p:cBhvr>
                                      <p:to>
                                        <p:strVal val="visible"/>
                                      </p:to>
                                    </p:set>
                                    <p:animEffect transition="in" filter="fade">
                                      <p:cBhvr>
                                        <p:cTn id="7" dur="500"/>
                                        <p:tgtEl>
                                          <p:spTgt spid="5">
                                            <p:graphicEl>
                                              <a:dgm id="{4B7A1E6B-9AC0-46DC-81BF-58297EAF101B}"/>
                                            </p:graphicEl>
                                          </p:spTgt>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5">
                                            <p:graphicEl>
                                              <a:dgm id="{A9630BE7-3D7D-44A9-9AB8-D869C651D243}"/>
                                            </p:graphicEl>
                                          </p:spTgt>
                                        </p:tgtEl>
                                        <p:attrNameLst>
                                          <p:attrName>style.visibility</p:attrName>
                                        </p:attrNameLst>
                                      </p:cBhvr>
                                      <p:to>
                                        <p:strVal val="visible"/>
                                      </p:to>
                                    </p:set>
                                    <p:animEffect transition="in" filter="fade">
                                      <p:cBhvr>
                                        <p:cTn id="10" dur="1000"/>
                                        <p:tgtEl>
                                          <p:spTgt spid="5">
                                            <p:graphicEl>
                                              <a:dgm id="{A9630BE7-3D7D-44A9-9AB8-D869C651D243}"/>
                                            </p:graphicEl>
                                          </p:spTgt>
                                        </p:tgtEl>
                                      </p:cBhvr>
                                    </p:animEffect>
                                    <p:anim calcmode="lin" valueType="num">
                                      <p:cBhvr>
                                        <p:cTn id="11" dur="1000" fill="hold"/>
                                        <p:tgtEl>
                                          <p:spTgt spid="5">
                                            <p:graphicEl>
                                              <a:dgm id="{A9630BE7-3D7D-44A9-9AB8-D869C651D243}"/>
                                            </p:graphicEl>
                                          </p:spTgt>
                                        </p:tgtEl>
                                        <p:attrNameLst>
                                          <p:attrName>ppt_x</p:attrName>
                                        </p:attrNameLst>
                                      </p:cBhvr>
                                      <p:tavLst>
                                        <p:tav tm="0">
                                          <p:val>
                                            <p:strVal val="#ppt_x"/>
                                          </p:val>
                                        </p:tav>
                                        <p:tav tm="100000">
                                          <p:val>
                                            <p:strVal val="#ppt_x"/>
                                          </p:val>
                                        </p:tav>
                                      </p:tavLst>
                                    </p:anim>
                                    <p:anim calcmode="lin" valueType="num">
                                      <p:cBhvr>
                                        <p:cTn id="12" dur="1000" fill="hold"/>
                                        <p:tgtEl>
                                          <p:spTgt spid="5">
                                            <p:graphicEl>
                                              <a:dgm id="{A9630BE7-3D7D-44A9-9AB8-D869C651D243}"/>
                                            </p:graphic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
                                            <p:graphicEl>
                                              <a:dgm id="{2F8A496C-2F83-44B5-B67C-DA610F432DE4}"/>
                                            </p:graphicEl>
                                          </p:spTgt>
                                        </p:tgtEl>
                                        <p:attrNameLst>
                                          <p:attrName>style.visibility</p:attrName>
                                        </p:attrNameLst>
                                      </p:cBhvr>
                                      <p:to>
                                        <p:strVal val="visible"/>
                                      </p:to>
                                    </p:set>
                                    <p:animEffect transition="in" filter="fade">
                                      <p:cBhvr>
                                        <p:cTn id="15" dur="1000"/>
                                        <p:tgtEl>
                                          <p:spTgt spid="5">
                                            <p:graphicEl>
                                              <a:dgm id="{2F8A496C-2F83-44B5-B67C-DA610F432DE4}"/>
                                            </p:graphicEl>
                                          </p:spTgt>
                                        </p:tgtEl>
                                      </p:cBhvr>
                                    </p:animEffect>
                                    <p:anim calcmode="lin" valueType="num">
                                      <p:cBhvr>
                                        <p:cTn id="16" dur="1000" fill="hold"/>
                                        <p:tgtEl>
                                          <p:spTgt spid="5">
                                            <p:graphicEl>
                                              <a:dgm id="{2F8A496C-2F83-44B5-B67C-DA610F432DE4}"/>
                                            </p:graphicEl>
                                          </p:spTgt>
                                        </p:tgtEl>
                                        <p:attrNameLst>
                                          <p:attrName>ppt_x</p:attrName>
                                        </p:attrNameLst>
                                      </p:cBhvr>
                                      <p:tavLst>
                                        <p:tav tm="0">
                                          <p:val>
                                            <p:strVal val="#ppt_x"/>
                                          </p:val>
                                        </p:tav>
                                        <p:tav tm="100000">
                                          <p:val>
                                            <p:strVal val="#ppt_x"/>
                                          </p:val>
                                        </p:tav>
                                      </p:tavLst>
                                    </p:anim>
                                    <p:anim calcmode="lin" valueType="num">
                                      <p:cBhvr>
                                        <p:cTn id="17" dur="1000" fill="hold"/>
                                        <p:tgtEl>
                                          <p:spTgt spid="5">
                                            <p:graphicEl>
                                              <a:dgm id="{2F8A496C-2F83-44B5-B67C-DA610F432DE4}"/>
                                            </p:graphic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5">
                                            <p:graphicEl>
                                              <a:dgm id="{1DB9F2E1-F6E1-4443-BB5C-36FA9D4CD4D6}"/>
                                            </p:graphicEl>
                                          </p:spTgt>
                                        </p:tgtEl>
                                        <p:attrNameLst>
                                          <p:attrName>style.visibility</p:attrName>
                                        </p:attrNameLst>
                                      </p:cBhvr>
                                      <p:to>
                                        <p:strVal val="visible"/>
                                      </p:to>
                                    </p:set>
                                    <p:animEffect transition="in" filter="fade">
                                      <p:cBhvr>
                                        <p:cTn id="22" dur="1000"/>
                                        <p:tgtEl>
                                          <p:spTgt spid="5">
                                            <p:graphicEl>
                                              <a:dgm id="{1DB9F2E1-F6E1-4443-BB5C-36FA9D4CD4D6}"/>
                                            </p:graphicEl>
                                          </p:spTgt>
                                        </p:tgtEl>
                                      </p:cBhvr>
                                    </p:animEffect>
                                    <p:anim calcmode="lin" valueType="num">
                                      <p:cBhvr>
                                        <p:cTn id="23" dur="1000" fill="hold"/>
                                        <p:tgtEl>
                                          <p:spTgt spid="5">
                                            <p:graphicEl>
                                              <a:dgm id="{1DB9F2E1-F6E1-4443-BB5C-36FA9D4CD4D6}"/>
                                            </p:graphicEl>
                                          </p:spTgt>
                                        </p:tgtEl>
                                        <p:attrNameLst>
                                          <p:attrName>ppt_x</p:attrName>
                                        </p:attrNameLst>
                                      </p:cBhvr>
                                      <p:tavLst>
                                        <p:tav tm="0">
                                          <p:val>
                                            <p:strVal val="#ppt_x"/>
                                          </p:val>
                                        </p:tav>
                                        <p:tav tm="100000">
                                          <p:val>
                                            <p:strVal val="#ppt_x"/>
                                          </p:val>
                                        </p:tav>
                                      </p:tavLst>
                                    </p:anim>
                                    <p:anim calcmode="lin" valueType="num">
                                      <p:cBhvr>
                                        <p:cTn id="24" dur="1000" fill="hold"/>
                                        <p:tgtEl>
                                          <p:spTgt spid="5">
                                            <p:graphicEl>
                                              <a:dgm id="{1DB9F2E1-F6E1-4443-BB5C-36FA9D4CD4D6}"/>
                                            </p:graphic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graphicEl>
                                              <a:dgm id="{D8A06540-A849-42F5-8CFB-2D292AD87DF0}"/>
                                            </p:graphicEl>
                                          </p:spTgt>
                                        </p:tgtEl>
                                        <p:attrNameLst>
                                          <p:attrName>style.visibility</p:attrName>
                                        </p:attrNameLst>
                                      </p:cBhvr>
                                      <p:to>
                                        <p:strVal val="visible"/>
                                      </p:to>
                                    </p:set>
                                    <p:animEffect transition="in" filter="fade">
                                      <p:cBhvr>
                                        <p:cTn id="27" dur="1000"/>
                                        <p:tgtEl>
                                          <p:spTgt spid="5">
                                            <p:graphicEl>
                                              <a:dgm id="{D8A06540-A849-42F5-8CFB-2D292AD87DF0}"/>
                                            </p:graphicEl>
                                          </p:spTgt>
                                        </p:tgtEl>
                                      </p:cBhvr>
                                    </p:animEffect>
                                    <p:anim calcmode="lin" valueType="num">
                                      <p:cBhvr>
                                        <p:cTn id="28" dur="1000" fill="hold"/>
                                        <p:tgtEl>
                                          <p:spTgt spid="5">
                                            <p:graphicEl>
                                              <a:dgm id="{D8A06540-A849-42F5-8CFB-2D292AD87DF0}"/>
                                            </p:graphicEl>
                                          </p:spTgt>
                                        </p:tgtEl>
                                        <p:attrNameLst>
                                          <p:attrName>ppt_x</p:attrName>
                                        </p:attrNameLst>
                                      </p:cBhvr>
                                      <p:tavLst>
                                        <p:tav tm="0">
                                          <p:val>
                                            <p:strVal val="#ppt_x"/>
                                          </p:val>
                                        </p:tav>
                                        <p:tav tm="100000">
                                          <p:val>
                                            <p:strVal val="#ppt_x"/>
                                          </p:val>
                                        </p:tav>
                                      </p:tavLst>
                                    </p:anim>
                                    <p:anim calcmode="lin" valueType="num">
                                      <p:cBhvr>
                                        <p:cTn id="29" dur="1000" fill="hold"/>
                                        <p:tgtEl>
                                          <p:spTgt spid="5">
                                            <p:graphicEl>
                                              <a:dgm id="{D8A06540-A849-42F5-8CFB-2D292AD87DF0}"/>
                                            </p:graphic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graphicEl>
                                              <a:dgm id="{38F294F0-8018-4419-94A3-CFA957D344FC}"/>
                                            </p:graphicEl>
                                          </p:spTgt>
                                        </p:tgtEl>
                                        <p:attrNameLst>
                                          <p:attrName>style.visibility</p:attrName>
                                        </p:attrNameLst>
                                      </p:cBhvr>
                                      <p:to>
                                        <p:strVal val="visible"/>
                                      </p:to>
                                    </p:set>
                                    <p:animEffect transition="in" filter="fade">
                                      <p:cBhvr>
                                        <p:cTn id="34" dur="1000"/>
                                        <p:tgtEl>
                                          <p:spTgt spid="5">
                                            <p:graphicEl>
                                              <a:dgm id="{38F294F0-8018-4419-94A3-CFA957D344FC}"/>
                                            </p:graphicEl>
                                          </p:spTgt>
                                        </p:tgtEl>
                                      </p:cBhvr>
                                    </p:animEffect>
                                    <p:anim calcmode="lin" valueType="num">
                                      <p:cBhvr>
                                        <p:cTn id="35" dur="1000" fill="hold"/>
                                        <p:tgtEl>
                                          <p:spTgt spid="5">
                                            <p:graphicEl>
                                              <a:dgm id="{38F294F0-8018-4419-94A3-CFA957D344FC}"/>
                                            </p:graphicEl>
                                          </p:spTgt>
                                        </p:tgtEl>
                                        <p:attrNameLst>
                                          <p:attrName>ppt_x</p:attrName>
                                        </p:attrNameLst>
                                      </p:cBhvr>
                                      <p:tavLst>
                                        <p:tav tm="0">
                                          <p:val>
                                            <p:strVal val="#ppt_x"/>
                                          </p:val>
                                        </p:tav>
                                        <p:tav tm="100000">
                                          <p:val>
                                            <p:strVal val="#ppt_x"/>
                                          </p:val>
                                        </p:tav>
                                      </p:tavLst>
                                    </p:anim>
                                    <p:anim calcmode="lin" valueType="num">
                                      <p:cBhvr>
                                        <p:cTn id="36" dur="1000" fill="hold"/>
                                        <p:tgtEl>
                                          <p:spTgt spid="5">
                                            <p:graphicEl>
                                              <a:dgm id="{38F294F0-8018-4419-94A3-CFA957D344FC}"/>
                                            </p:graphic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5">
                                            <p:graphicEl>
                                              <a:dgm id="{0919A6D9-4E07-4D60-BBE2-DEFFF3ED3CC7}"/>
                                            </p:graphicEl>
                                          </p:spTgt>
                                        </p:tgtEl>
                                        <p:attrNameLst>
                                          <p:attrName>style.visibility</p:attrName>
                                        </p:attrNameLst>
                                      </p:cBhvr>
                                      <p:to>
                                        <p:strVal val="visible"/>
                                      </p:to>
                                    </p:set>
                                    <p:animEffect transition="in" filter="fade">
                                      <p:cBhvr>
                                        <p:cTn id="39" dur="1000"/>
                                        <p:tgtEl>
                                          <p:spTgt spid="5">
                                            <p:graphicEl>
                                              <a:dgm id="{0919A6D9-4E07-4D60-BBE2-DEFFF3ED3CC7}"/>
                                            </p:graphicEl>
                                          </p:spTgt>
                                        </p:tgtEl>
                                      </p:cBhvr>
                                    </p:animEffect>
                                    <p:anim calcmode="lin" valueType="num">
                                      <p:cBhvr>
                                        <p:cTn id="40" dur="1000" fill="hold"/>
                                        <p:tgtEl>
                                          <p:spTgt spid="5">
                                            <p:graphicEl>
                                              <a:dgm id="{0919A6D9-4E07-4D60-BBE2-DEFFF3ED3CC7}"/>
                                            </p:graphicEl>
                                          </p:spTgt>
                                        </p:tgtEl>
                                        <p:attrNameLst>
                                          <p:attrName>ppt_x</p:attrName>
                                        </p:attrNameLst>
                                      </p:cBhvr>
                                      <p:tavLst>
                                        <p:tav tm="0">
                                          <p:val>
                                            <p:strVal val="#ppt_x"/>
                                          </p:val>
                                        </p:tav>
                                        <p:tav tm="100000">
                                          <p:val>
                                            <p:strVal val="#ppt_x"/>
                                          </p:val>
                                        </p:tav>
                                      </p:tavLst>
                                    </p:anim>
                                    <p:anim calcmode="lin" valueType="num">
                                      <p:cBhvr>
                                        <p:cTn id="41" dur="1000" fill="hold"/>
                                        <p:tgtEl>
                                          <p:spTgt spid="5">
                                            <p:graphicEl>
                                              <a:dgm id="{0919A6D9-4E07-4D60-BBE2-DEFFF3ED3CC7}"/>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descr="Outdoor warehouse">
            <a:extLst>
              <a:ext uri="{FF2B5EF4-FFF2-40B4-BE49-F238E27FC236}">
                <a16:creationId xmlns:a16="http://schemas.microsoft.com/office/drawing/2014/main" id="{D1964EAB-010D-4047-BEB8-6AF59D3B8D5C}"/>
              </a:ext>
            </a:extLst>
          </p:cNvPr>
          <p:cNvPicPr>
            <a:picLocks noChangeAspect="1"/>
          </p:cNvPicPr>
          <p:nvPr/>
        </p:nvPicPr>
        <p:blipFill rotWithShape="1">
          <a:blip r:embed="rId4"/>
          <a:srcRect l="21936" r="33081"/>
          <a:stretch/>
        </p:blipFill>
        <p:spPr>
          <a:xfrm>
            <a:off x="7552944" y="10"/>
            <a:ext cx="4639056" cy="6857990"/>
          </a:xfrm>
          <a:prstGeom prst="rect">
            <a:avLst/>
          </a:prstGeom>
        </p:spPr>
      </p:pic>
      <p:sp useBgFill="1">
        <p:nvSpPr>
          <p:cNvPr id="9" name="Rectangle 8">
            <a:extLst>
              <a:ext uri="{FF2B5EF4-FFF2-40B4-BE49-F238E27FC236}">
                <a16:creationId xmlns:a16="http://schemas.microsoft.com/office/drawing/2014/main" id="{97E60398-905F-436C-AB6F-00D742F62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52944"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82A36C-685F-4353-9507-E12E543D191F}"/>
              </a:ext>
            </a:extLst>
          </p:cNvPr>
          <p:cNvSpPr>
            <a:spLocks noGrp="1"/>
          </p:cNvSpPr>
          <p:nvPr>
            <p:ph type="title"/>
          </p:nvPr>
        </p:nvSpPr>
        <p:spPr>
          <a:xfrm>
            <a:off x="838201" y="365125"/>
            <a:ext cx="6361590" cy="1325563"/>
          </a:xfrm>
        </p:spPr>
        <p:txBody>
          <a:bodyPr>
            <a:normAutofit/>
          </a:bodyPr>
          <a:lstStyle/>
          <a:p>
            <a:r>
              <a:rPr lang="en-GB" dirty="0"/>
              <a:t>ISO22301</a:t>
            </a:r>
          </a:p>
        </p:txBody>
      </p:sp>
      <p:sp>
        <p:nvSpPr>
          <p:cNvPr id="3" name="Content Placeholder 2">
            <a:extLst>
              <a:ext uri="{FF2B5EF4-FFF2-40B4-BE49-F238E27FC236}">
                <a16:creationId xmlns:a16="http://schemas.microsoft.com/office/drawing/2014/main" id="{444141F0-011B-4145-9E78-013C2B512193}"/>
              </a:ext>
            </a:extLst>
          </p:cNvPr>
          <p:cNvSpPr>
            <a:spLocks noGrp="1"/>
          </p:cNvSpPr>
          <p:nvPr>
            <p:ph idx="1"/>
          </p:nvPr>
        </p:nvSpPr>
        <p:spPr>
          <a:xfrm>
            <a:off x="1120000" y="1825625"/>
            <a:ext cx="6079791" cy="4351338"/>
          </a:xfrm>
        </p:spPr>
        <p:txBody>
          <a:bodyPr>
            <a:normAutofit/>
          </a:bodyPr>
          <a:lstStyle/>
          <a:p>
            <a:r>
              <a:rPr lang="en-GB" dirty="0"/>
              <a:t>Consists of:</a:t>
            </a:r>
          </a:p>
          <a:p>
            <a:pPr lvl="1"/>
            <a:r>
              <a:rPr lang="en-GB" dirty="0"/>
              <a:t>Requirements (ISO22301)</a:t>
            </a:r>
          </a:p>
          <a:p>
            <a:pPr lvl="1"/>
            <a:r>
              <a:rPr lang="en-GB" dirty="0"/>
              <a:t>Supporting guidance (ISO22313)</a:t>
            </a:r>
          </a:p>
          <a:p>
            <a:r>
              <a:rPr lang="en-GB" dirty="0"/>
              <a:t>Organizations can be certified against ISO22301 by an external auditing body</a:t>
            </a:r>
          </a:p>
          <a:p>
            <a:r>
              <a:rPr lang="en-GB" dirty="0"/>
              <a:t>Provides credible, generally accepted evidence that a BCMS is in place</a:t>
            </a:r>
          </a:p>
          <a:p>
            <a:endParaRPr lang="en-GB" dirty="0"/>
          </a:p>
        </p:txBody>
      </p:sp>
    </p:spTree>
    <p:extLst>
      <p:ext uri="{BB962C8B-B14F-4D97-AF65-F5344CB8AC3E}">
        <p14:creationId xmlns:p14="http://schemas.microsoft.com/office/powerpoint/2010/main" val="14466278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2A36C-685F-4353-9507-E12E543D191F}"/>
              </a:ext>
            </a:extLst>
          </p:cNvPr>
          <p:cNvSpPr>
            <a:spLocks noGrp="1"/>
          </p:cNvSpPr>
          <p:nvPr>
            <p:ph type="title"/>
          </p:nvPr>
        </p:nvSpPr>
        <p:spPr>
          <a:xfrm>
            <a:off x="5248656" y="321733"/>
            <a:ext cx="6105144" cy="1324506"/>
          </a:xfrm>
        </p:spPr>
        <p:txBody>
          <a:bodyPr anchor="ctr">
            <a:normAutofit/>
          </a:bodyPr>
          <a:lstStyle/>
          <a:p>
            <a:r>
              <a:rPr lang="en-GB" sz="3600"/>
              <a:t>Next steps</a:t>
            </a:r>
          </a:p>
        </p:txBody>
      </p:sp>
      <p:pic>
        <p:nvPicPr>
          <p:cNvPr id="5" name="Picture 4" descr="Rolls of blueprints">
            <a:extLst>
              <a:ext uri="{FF2B5EF4-FFF2-40B4-BE49-F238E27FC236}">
                <a16:creationId xmlns:a16="http://schemas.microsoft.com/office/drawing/2014/main" id="{500DA58B-9DBC-4717-B57D-D870B4EC75FF}"/>
              </a:ext>
            </a:extLst>
          </p:cNvPr>
          <p:cNvPicPr>
            <a:picLocks noChangeAspect="1"/>
          </p:cNvPicPr>
          <p:nvPr/>
        </p:nvPicPr>
        <p:blipFill rotWithShape="1">
          <a:blip r:embed="rId4"/>
          <a:srcRect l="54848" r="-1" b="-1"/>
          <a:stretch/>
        </p:blipFill>
        <p:spPr>
          <a:xfrm>
            <a:off x="873606" y="643467"/>
            <a:ext cx="3743094" cy="5533496"/>
          </a:xfrm>
          <a:prstGeom prst="rect">
            <a:avLst/>
          </a:prstGeom>
        </p:spPr>
      </p:pic>
      <p:sp>
        <p:nvSpPr>
          <p:cNvPr id="12" name="Content Placeholder 2">
            <a:extLst>
              <a:ext uri="{FF2B5EF4-FFF2-40B4-BE49-F238E27FC236}">
                <a16:creationId xmlns:a16="http://schemas.microsoft.com/office/drawing/2014/main" id="{444141F0-011B-4145-9E78-013C2B512193}"/>
              </a:ext>
            </a:extLst>
          </p:cNvPr>
          <p:cNvSpPr>
            <a:spLocks noGrp="1"/>
          </p:cNvSpPr>
          <p:nvPr>
            <p:ph idx="1"/>
          </p:nvPr>
        </p:nvSpPr>
        <p:spPr>
          <a:xfrm>
            <a:off x="5248655" y="1646239"/>
            <a:ext cx="6105145" cy="4530724"/>
          </a:xfrm>
        </p:spPr>
        <p:txBody>
          <a:bodyPr>
            <a:normAutofit/>
          </a:bodyPr>
          <a:lstStyle/>
          <a:p>
            <a:r>
              <a:rPr lang="en-GB" sz="2400" dirty="0">
                <a:gradFill>
                  <a:gsLst>
                    <a:gs pos="34000">
                      <a:schemeClr val="tx1">
                        <a:lumMod val="93000"/>
                      </a:schemeClr>
                    </a:gs>
                    <a:gs pos="0">
                      <a:schemeClr val="bg1">
                        <a:lumMod val="25000"/>
                        <a:lumOff val="75000"/>
                      </a:schemeClr>
                    </a:gs>
                    <a:gs pos="100000">
                      <a:schemeClr val="tx1"/>
                    </a:gs>
                  </a:gsLst>
                  <a:lin ang="4800000" scaled="0"/>
                </a:gradFill>
              </a:rPr>
              <a:t>Obtain clear management commitment</a:t>
            </a:r>
          </a:p>
          <a:p>
            <a:r>
              <a:rPr lang="en-GB" sz="2400" dirty="0">
                <a:gradFill>
                  <a:gsLst>
                    <a:gs pos="34000">
                      <a:schemeClr val="tx1">
                        <a:lumMod val="93000"/>
                      </a:schemeClr>
                    </a:gs>
                    <a:gs pos="0">
                      <a:schemeClr val="bg1">
                        <a:lumMod val="25000"/>
                        <a:lumOff val="75000"/>
                      </a:schemeClr>
                    </a:gs>
                    <a:gs pos="100000">
                      <a:schemeClr val="tx1"/>
                    </a:gs>
                  </a:gsLst>
                  <a:lin ang="4800000" scaled="0"/>
                </a:gradFill>
              </a:rPr>
              <a:t>Create a project team and a plan</a:t>
            </a:r>
          </a:p>
          <a:p>
            <a:r>
              <a:rPr lang="en-GB" sz="2400" dirty="0">
                <a:gradFill>
                  <a:gsLst>
                    <a:gs pos="34000">
                      <a:schemeClr val="tx1">
                        <a:lumMod val="93000"/>
                      </a:schemeClr>
                    </a:gs>
                    <a:gs pos="0">
                      <a:schemeClr val="bg1">
                        <a:lumMod val="25000"/>
                        <a:lumOff val="75000"/>
                      </a:schemeClr>
                    </a:gs>
                    <a:gs pos="100000">
                      <a:schemeClr val="tx1"/>
                    </a:gs>
                  </a:gsLst>
                  <a:lin ang="4800000" scaled="0"/>
                </a:gradFill>
              </a:rPr>
              <a:t>Agree the scope of the BCMS</a:t>
            </a:r>
          </a:p>
          <a:p>
            <a:r>
              <a:rPr lang="en-GB" sz="2400" dirty="0">
                <a:gradFill>
                  <a:gsLst>
                    <a:gs pos="34000">
                      <a:schemeClr val="tx1">
                        <a:lumMod val="93000"/>
                      </a:schemeClr>
                    </a:gs>
                    <a:gs pos="0">
                      <a:schemeClr val="bg1">
                        <a:lumMod val="25000"/>
                        <a:lumOff val="75000"/>
                      </a:schemeClr>
                    </a:gs>
                    <a:gs pos="100000">
                      <a:schemeClr val="tx1"/>
                    </a:gs>
                  </a:gsLst>
                  <a:lin ang="4800000" scaled="0"/>
                </a:gradFill>
              </a:rPr>
              <a:t>Perform a gap assessment against the ISO22301 standard</a:t>
            </a:r>
          </a:p>
          <a:p>
            <a:r>
              <a:rPr lang="en-GB" sz="2400" dirty="0">
                <a:gradFill>
                  <a:gsLst>
                    <a:gs pos="34000">
                      <a:schemeClr val="tx1">
                        <a:lumMod val="93000"/>
                      </a:schemeClr>
                    </a:gs>
                    <a:gs pos="0">
                      <a:schemeClr val="bg1">
                        <a:lumMod val="25000"/>
                        <a:lumOff val="75000"/>
                      </a:schemeClr>
                    </a:gs>
                    <a:gs pos="100000">
                      <a:schemeClr val="tx1"/>
                    </a:gs>
                  </a:gsLst>
                  <a:lin ang="4800000" scaled="0"/>
                </a:gradFill>
              </a:rPr>
              <a:t>Define our business continuity policy</a:t>
            </a:r>
          </a:p>
          <a:p>
            <a:r>
              <a:rPr lang="en-GB" sz="2400" dirty="0">
                <a:gradFill>
                  <a:gsLst>
                    <a:gs pos="34000">
                      <a:schemeClr val="tx1">
                        <a:lumMod val="93000"/>
                      </a:schemeClr>
                    </a:gs>
                    <a:gs pos="0">
                      <a:schemeClr val="bg1">
                        <a:lumMod val="25000"/>
                        <a:lumOff val="75000"/>
                      </a:schemeClr>
                    </a:gs>
                    <a:gs pos="100000">
                      <a:schemeClr val="tx1"/>
                    </a:gs>
                  </a:gsLst>
                  <a:lin ang="4800000" scaled="0"/>
                </a:gradFill>
              </a:rPr>
              <a:t>Start to engage fully with the business</a:t>
            </a:r>
          </a:p>
          <a:p>
            <a:endParaRPr lang="en-GB" sz="2400" dirty="0">
              <a:gradFill>
                <a:gsLst>
                  <a:gs pos="34000">
                    <a:schemeClr val="tx1">
                      <a:lumMod val="93000"/>
                    </a:schemeClr>
                  </a:gs>
                  <a:gs pos="0">
                    <a:schemeClr val="bg1">
                      <a:lumMod val="25000"/>
                      <a:lumOff val="75000"/>
                    </a:schemeClr>
                  </a:gs>
                  <a:gs pos="100000">
                    <a:schemeClr val="tx1"/>
                  </a:gs>
                </a:gsLst>
                <a:lin ang="4800000" scaled="0"/>
              </a:gradFill>
            </a:endParaRPr>
          </a:p>
        </p:txBody>
      </p:sp>
    </p:spTree>
    <p:extLst>
      <p:ext uri="{BB962C8B-B14F-4D97-AF65-F5344CB8AC3E}">
        <p14:creationId xmlns:p14="http://schemas.microsoft.com/office/powerpoint/2010/main" val="13078583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down)">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down)">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down)">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down)">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down)">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3F2A8-0F51-4CBB-BCC2-36ABD3E29F82}"/>
              </a:ext>
            </a:extLst>
          </p:cNvPr>
          <p:cNvSpPr>
            <a:spLocks noGrp="1"/>
          </p:cNvSpPr>
          <p:nvPr>
            <p:ph type="title"/>
          </p:nvPr>
        </p:nvSpPr>
        <p:spPr/>
        <p:txBody>
          <a:bodyPr/>
          <a:lstStyle/>
          <a:p>
            <a:r>
              <a:rPr lang="en-GB" dirty="0"/>
              <a:t>Questions</a:t>
            </a:r>
          </a:p>
        </p:txBody>
      </p:sp>
      <mc:AlternateContent xmlns:mc="http://schemas.openxmlformats.org/markup-compatibility/2006">
        <mc:Choice xmlns:am3d="http://schemas.microsoft.com/office/drawing/2017/model3d" Requires="am3d">
          <p:graphicFrame>
            <p:nvGraphicFramePr>
              <p:cNvPr id="5" name="Content Placeholder 4" descr="Light Gray Question mark">
                <a:extLst>
                  <a:ext uri="{FF2B5EF4-FFF2-40B4-BE49-F238E27FC236}">
                    <a16:creationId xmlns:a16="http://schemas.microsoft.com/office/drawing/2014/main" id="{8915942A-2607-4A17-9437-6C544BEFC790}"/>
                  </a:ext>
                </a:extLst>
              </p:cNvPr>
              <p:cNvGraphicFramePr>
                <a:graphicFrameLocks noGrp="1" noChangeAspect="1"/>
              </p:cNvGraphicFramePr>
              <p:nvPr>
                <p:ph idx="1"/>
                <p:extLst>
                  <p:ext uri="{D42A27DB-BD31-4B8C-83A1-F6EECF244321}">
                    <p14:modId xmlns:p14="http://schemas.microsoft.com/office/powerpoint/2010/main" val="2833679478"/>
                  </p:ext>
                </p:extLst>
              </p:nvPr>
            </p:nvGraphicFramePr>
            <p:xfrm>
              <a:off x="5157120" y="2250731"/>
              <a:ext cx="2160332" cy="3501123"/>
            </p:xfrm>
            <a:graphic>
              <a:graphicData uri="http://schemas.microsoft.com/office/drawing/2017/model3d">
                <am3d:model3d r:embed="rId3">
                  <am3d:spPr>
                    <a:xfrm>
                      <a:off x="0" y="0"/>
                      <a:ext cx="2160332" cy="3501123"/>
                    </a:xfrm>
                    <a:prstGeom prst="rect">
                      <a:avLst/>
                    </a:prstGeom>
                  </am3d:spPr>
                  <am3d:camera>
                    <am3d:pos x="0" y="0" z="55389530"/>
                    <am3d:up dx="0" dy="36000000" dz="0"/>
                    <am3d:lookAt x="0" y="0" z="0"/>
                    <am3d:perspective fov="2700000"/>
                  </am3d:camera>
                  <am3d:trans>
                    <am3d:meterPerModelUnit n="3517042" d="1000000"/>
                    <am3d:preTrans dx="0" dy="-18004113" dz="-4973"/>
                    <am3d:scale>
                      <am3d:sx n="1000000" d="1000000"/>
                      <am3d:sy n="1000000" d="1000000"/>
                      <am3d:sz n="1000000" d="1000000"/>
                    </am3d:scale>
                    <am3d:rot/>
                    <am3d:postTrans dx="0" dy="0" dz="0"/>
                  </am3d:trans>
                  <am3d:raster rName="Office3DRenderer" rVer="16.0.8326">
                    <am3d:blip r:embed="rId4"/>
                  </am3d:raster>
                  <am3d:objViewport viewportSz="435040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Light Gray Question mark">
                <a:extLst>
                  <a:ext uri="{FF2B5EF4-FFF2-40B4-BE49-F238E27FC236}">
                    <a16:creationId xmlns:a16="http://schemas.microsoft.com/office/drawing/2014/main" id="{8915942A-2607-4A17-9437-6C544BEFC790}"/>
                  </a:ext>
                </a:extLst>
              </p:cNvPr>
              <p:cNvPicPr>
                <a:picLocks noGrp="1" noRot="1" noChangeAspect="1" noMove="1" noResize="1" noEditPoints="1" noAdjustHandles="1" noChangeArrowheads="1" noChangeShapeType="1" noCrop="1"/>
              </p:cNvPicPr>
              <p:nvPr/>
            </p:nvPicPr>
            <p:blipFill>
              <a:blip r:embed="rId4"/>
              <a:stretch>
                <a:fillRect/>
              </a:stretch>
            </p:blipFill>
            <p:spPr>
              <a:xfrm>
                <a:off x="5157120" y="2250731"/>
                <a:ext cx="2160332" cy="3501123"/>
              </a:xfrm>
              <a:prstGeom prst="rect">
                <a:avLst/>
              </a:prstGeom>
            </p:spPr>
          </p:pic>
        </mc:Fallback>
      </mc:AlternateContent>
    </p:spTree>
    <p:extLst>
      <p:ext uri="{BB962C8B-B14F-4D97-AF65-F5344CB8AC3E}">
        <p14:creationId xmlns:p14="http://schemas.microsoft.com/office/powerpoint/2010/main" val="9667757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accel="10000" decel="10000" fill="hold" nodeType="withEffect">
                                  <p:stCondLst>
                                    <p:cond delay="0"/>
                                  </p:stCondLst>
                                  <p:childTnLst>
                                    <p:animRot by="21600000">
                                      <p:cBhvr>
                                        <p:cTn id="6" dur="5000" fill="hold"/>
                                        <p:tgtEl>
                                          <p:spTgt spid="5"/>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4F48D8F043AB4E88B8448C9A41E4F2" ma:contentTypeVersion="13" ma:contentTypeDescription="Create a new document." ma:contentTypeScope="" ma:versionID="3865feef376cda2e852ae1c7fd8e37fa">
  <xsd:schema xmlns:xsd="http://www.w3.org/2001/XMLSchema" xmlns:xs="http://www.w3.org/2001/XMLSchema" xmlns:p="http://schemas.microsoft.com/office/2006/metadata/properties" xmlns:ns2="df15456a-aabd-451a-b26d-603cb9643e03" xmlns:ns3="17366138-4c19-4296-90e1-fdecf533ae0c" targetNamespace="http://schemas.microsoft.com/office/2006/metadata/properties" ma:root="true" ma:fieldsID="e87ae09b166ae28a29ff95ac7a778b10" ns2:_="" ns3:_="">
    <xsd:import namespace="df15456a-aabd-451a-b26d-603cb9643e03"/>
    <xsd:import namespace="17366138-4c19-4296-90e1-fdecf533ae0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15456a-aabd-451a-b26d-603cb9643e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366138-4c19-4296-90e1-fdecf533ae0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32C778-B16C-48A7-AC5A-2DCAD4802B24}"/>
</file>

<file path=customXml/itemProps2.xml><?xml version="1.0" encoding="utf-8"?>
<ds:datastoreItem xmlns:ds="http://schemas.openxmlformats.org/officeDocument/2006/customXml" ds:itemID="{BBA23E99-E7B8-4F33-BD0F-BEBF31BBAB27}">
  <ds:schemaRefs>
    <ds:schemaRef ds:uri="http://schemas.microsoft.com/sharepoint/v3/contenttype/forms"/>
  </ds:schemaRefs>
</ds:datastoreItem>
</file>

<file path=customXml/itemProps3.xml><?xml version="1.0" encoding="utf-8"?>
<ds:datastoreItem xmlns:ds="http://schemas.openxmlformats.org/officeDocument/2006/customXml" ds:itemID="{10BAD9B6-C293-4130-ACF7-451D16A394D9}">
  <ds:schemaRefs>
    <ds:schemaRef ds:uri="http://schemas.microsoft.com/office/infopath/2007/PartnerControls"/>
    <ds:schemaRef ds:uri="http://purl.org/dc/elements/1.1/"/>
    <ds:schemaRef ds:uri="http://schemas.microsoft.com/office/2006/metadata/properties"/>
    <ds:schemaRef ds:uri="f1cf04bc-9f60-4a9d-874f-9541ee77ebfe"/>
    <ds:schemaRef ds:uri="http://purl.org/dc/terms/"/>
    <ds:schemaRef ds:uri="http://schemas.openxmlformats.org/package/2006/metadata/core-properties"/>
    <ds:schemaRef ds:uri="http://schemas.microsoft.com/office/2006/documentManagement/typ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Depth</Template>
  <TotalTime>3249</TotalTime>
  <Words>1938</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Corbel</vt:lpstr>
      <vt:lpstr>Karla</vt:lpstr>
      <vt:lpstr>Depth</vt:lpstr>
      <vt:lpstr>Business Continuity Benefits</vt:lpstr>
      <vt:lpstr>Agenda</vt:lpstr>
      <vt:lpstr>The importance of business continuity</vt:lpstr>
      <vt:lpstr>BCMS</vt:lpstr>
      <vt:lpstr>Management processes</vt:lpstr>
      <vt:lpstr>BCMS benefits</vt:lpstr>
      <vt:lpstr>ISO22301</vt:lpstr>
      <vt:lpstr>ISO22301</vt:lpstr>
      <vt:lpstr>Next steps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CertiKit ISO22301 Toolkit</dc:title>
  <dc:creator>Copyright CertiKit</dc:creator>
  <cp:lastModifiedBy>Ken Holmes</cp:lastModifiedBy>
  <cp:revision>416</cp:revision>
  <dcterms:created xsi:type="dcterms:W3CDTF">2021-03-18T14:29:01Z</dcterms:created>
  <dcterms:modified xsi:type="dcterms:W3CDTF">2021-09-21T10:08:40Z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0x010100D34F48D8F043AB4E88B8448C9A41E4F2</vt:lpwstr>
  </property>
</Properties>
</file>